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4"/>
  </p:notesMasterIdLst>
  <p:handoutMasterIdLst>
    <p:handoutMasterId r:id="rId5"/>
  </p:handoutMasterIdLst>
  <p:sldIdLst>
    <p:sldId id="258" r:id="rId2"/>
    <p:sldId id="27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1216"/>
    <a:srgbClr val="F1C579"/>
    <a:srgbClr val="0073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120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C3EB922-E594-01E2-8005-69266460A3C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55749C-B030-9D2A-CE1C-172F0A98283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3ACA9F-8885-4341-89C2-4F4EB40C4B2B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C81682-F995-5BB6-3D42-F7BC11A336C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AB4DEA-14DA-0445-DCD2-E55FA1CFCA5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A684A7-A7C8-48CF-A292-73458C176D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60505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53E83E-D528-4E65-8CFB-192E8609DBDE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109BE3-FE8E-4AD5-8D21-835B286218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4946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109BE3-FE8E-4AD5-8D21-835B2862189D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18919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0149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AE3544A4-BAE0-0428-F097-9BC368755DC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580262" y="203200"/>
            <a:ext cx="3957689" cy="6654800"/>
          </a:xfrm>
          <a:prstGeom prst="rect">
            <a:avLst/>
          </a:prstGeom>
          <a:noFill/>
        </p:spPr>
        <p:txBody>
          <a:bodyPr/>
          <a:lstStyle>
            <a:lvl1pPr>
              <a:defRPr sz="1333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59931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3779E84B-4E19-A55B-9152-F0A5570321D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756400" y="0"/>
            <a:ext cx="5435600" cy="6858000"/>
          </a:xfrm>
          <a:prstGeom prst="rect">
            <a:avLst/>
          </a:prstGeom>
          <a:pattFill prst="pct5">
            <a:fgClr>
              <a:srgbClr val="0073F2"/>
            </a:fgClr>
            <a:bgClr>
              <a:schemeClr val="bg1"/>
            </a:bgClr>
          </a:pattFill>
        </p:spPr>
        <p:txBody>
          <a:bodyPr/>
          <a:lstStyle>
            <a:lvl1pPr>
              <a:defRPr sz="1333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9175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F36D3A-229B-4B31-288D-E02A38B112D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54048" y="952500"/>
            <a:ext cx="4591052" cy="5905500"/>
          </a:xfrm>
          <a:custGeom>
            <a:avLst/>
            <a:gdLst>
              <a:gd name="connsiteX0" fmla="*/ 790599 w 7143750"/>
              <a:gd name="connsiteY0" fmla="*/ 0 h 8858250"/>
              <a:gd name="connsiteX1" fmla="*/ 6353151 w 7143750"/>
              <a:gd name="connsiteY1" fmla="*/ 0 h 8858250"/>
              <a:gd name="connsiteX2" fmla="*/ 7143750 w 7143750"/>
              <a:gd name="connsiteY2" fmla="*/ 790599 h 8858250"/>
              <a:gd name="connsiteX3" fmla="*/ 7143750 w 7143750"/>
              <a:gd name="connsiteY3" fmla="*/ 8858250 h 8858250"/>
              <a:gd name="connsiteX4" fmla="*/ 0 w 7143750"/>
              <a:gd name="connsiteY4" fmla="*/ 8858250 h 8858250"/>
              <a:gd name="connsiteX5" fmla="*/ 0 w 7143750"/>
              <a:gd name="connsiteY5" fmla="*/ 790599 h 8858250"/>
              <a:gd name="connsiteX6" fmla="*/ 790599 w 7143750"/>
              <a:gd name="connsiteY6" fmla="*/ 0 h 8858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43750" h="8858250">
                <a:moveTo>
                  <a:pt x="790599" y="0"/>
                </a:moveTo>
                <a:lnTo>
                  <a:pt x="6353151" y="0"/>
                </a:lnTo>
                <a:cubicBezTo>
                  <a:pt x="6789787" y="0"/>
                  <a:pt x="7143750" y="353963"/>
                  <a:pt x="7143750" y="790599"/>
                </a:cubicBezTo>
                <a:lnTo>
                  <a:pt x="7143750" y="8858250"/>
                </a:lnTo>
                <a:lnTo>
                  <a:pt x="0" y="8858250"/>
                </a:lnTo>
                <a:lnTo>
                  <a:pt x="0" y="790599"/>
                </a:lnTo>
                <a:cubicBezTo>
                  <a:pt x="0" y="353963"/>
                  <a:pt x="353963" y="0"/>
                  <a:pt x="790599" y="0"/>
                </a:cubicBezTo>
                <a:close/>
              </a:path>
            </a:pathLst>
          </a:custGeom>
          <a:pattFill prst="pct5">
            <a:fgClr>
              <a:srgbClr val="0073F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333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35736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3779E84B-4E19-A55B-9152-F0A5570321D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318000" y="0"/>
            <a:ext cx="3987800" cy="6858000"/>
          </a:xfrm>
          <a:prstGeom prst="rect">
            <a:avLst/>
          </a:prstGeom>
          <a:pattFill prst="pct5">
            <a:fgClr>
              <a:srgbClr val="0073F2"/>
            </a:fgClr>
            <a:bgClr>
              <a:schemeClr val="bg1"/>
            </a:bgClr>
          </a:pattFill>
        </p:spPr>
        <p:txBody>
          <a:bodyPr/>
          <a:lstStyle>
            <a:lvl1pPr>
              <a:defRPr sz="1333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19270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4BCC5D6-1DDF-31C0-1699-5F8FCAE4734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96784" y="2660316"/>
            <a:ext cx="1537369" cy="1537368"/>
          </a:xfrm>
          <a:custGeom>
            <a:avLst/>
            <a:gdLst>
              <a:gd name="connsiteX0" fmla="*/ 1153027 w 2306053"/>
              <a:gd name="connsiteY0" fmla="*/ 0 h 2306052"/>
              <a:gd name="connsiteX1" fmla="*/ 1365995 w 2306053"/>
              <a:gd name="connsiteY1" fmla="*/ 88214 h 2306052"/>
              <a:gd name="connsiteX2" fmla="*/ 2217839 w 2306053"/>
              <a:gd name="connsiteY2" fmla="*/ 940058 h 2306052"/>
              <a:gd name="connsiteX3" fmla="*/ 2217839 w 2306053"/>
              <a:gd name="connsiteY3" fmla="*/ 1365994 h 2306052"/>
              <a:gd name="connsiteX4" fmla="*/ 1365995 w 2306053"/>
              <a:gd name="connsiteY4" fmla="*/ 2217838 h 2306052"/>
              <a:gd name="connsiteX5" fmla="*/ 940059 w 2306053"/>
              <a:gd name="connsiteY5" fmla="*/ 2217838 h 2306052"/>
              <a:gd name="connsiteX6" fmla="*/ 88215 w 2306053"/>
              <a:gd name="connsiteY6" fmla="*/ 1365994 h 2306052"/>
              <a:gd name="connsiteX7" fmla="*/ 88215 w 2306053"/>
              <a:gd name="connsiteY7" fmla="*/ 940058 h 2306052"/>
              <a:gd name="connsiteX8" fmla="*/ 940059 w 2306053"/>
              <a:gd name="connsiteY8" fmla="*/ 88214 h 2306052"/>
              <a:gd name="connsiteX9" fmla="*/ 1153027 w 2306053"/>
              <a:gd name="connsiteY9" fmla="*/ 0 h 2306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06053" h="2306052">
                <a:moveTo>
                  <a:pt x="1153027" y="0"/>
                </a:moveTo>
                <a:cubicBezTo>
                  <a:pt x="1230106" y="0"/>
                  <a:pt x="1307185" y="29405"/>
                  <a:pt x="1365995" y="88214"/>
                </a:cubicBezTo>
                <a:lnTo>
                  <a:pt x="2217839" y="940058"/>
                </a:lnTo>
                <a:cubicBezTo>
                  <a:pt x="2335458" y="1057677"/>
                  <a:pt x="2335458" y="1248375"/>
                  <a:pt x="2217839" y="1365994"/>
                </a:cubicBezTo>
                <a:lnTo>
                  <a:pt x="1365995" y="2217838"/>
                </a:lnTo>
                <a:cubicBezTo>
                  <a:pt x="1248376" y="2335457"/>
                  <a:pt x="1057678" y="2335457"/>
                  <a:pt x="940059" y="2217838"/>
                </a:cubicBezTo>
                <a:lnTo>
                  <a:pt x="88215" y="1365994"/>
                </a:lnTo>
                <a:cubicBezTo>
                  <a:pt x="-29404" y="1248375"/>
                  <a:pt x="-29404" y="1057677"/>
                  <a:pt x="88215" y="940058"/>
                </a:cubicBezTo>
                <a:lnTo>
                  <a:pt x="940059" y="88214"/>
                </a:lnTo>
                <a:cubicBezTo>
                  <a:pt x="998869" y="29405"/>
                  <a:pt x="1075948" y="0"/>
                  <a:pt x="1153027" y="0"/>
                </a:cubicBezTo>
                <a:close/>
              </a:path>
            </a:pathLst>
          </a:custGeom>
          <a:pattFill prst="pct5">
            <a:fgClr>
              <a:srgbClr val="0073F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333"/>
            </a:lvl1pPr>
          </a:lstStyle>
          <a:p>
            <a:endParaRPr lang="en-ID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6DCFB4C-E937-EA51-E146-9C7221CE070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596783" y="4502675"/>
            <a:ext cx="1537369" cy="1537368"/>
          </a:xfrm>
          <a:custGeom>
            <a:avLst/>
            <a:gdLst>
              <a:gd name="connsiteX0" fmla="*/ 1153027 w 2306053"/>
              <a:gd name="connsiteY0" fmla="*/ 0 h 2306052"/>
              <a:gd name="connsiteX1" fmla="*/ 1365995 w 2306053"/>
              <a:gd name="connsiteY1" fmla="*/ 88214 h 2306052"/>
              <a:gd name="connsiteX2" fmla="*/ 2217839 w 2306053"/>
              <a:gd name="connsiteY2" fmla="*/ 940058 h 2306052"/>
              <a:gd name="connsiteX3" fmla="*/ 2217839 w 2306053"/>
              <a:gd name="connsiteY3" fmla="*/ 1365994 h 2306052"/>
              <a:gd name="connsiteX4" fmla="*/ 1365995 w 2306053"/>
              <a:gd name="connsiteY4" fmla="*/ 2217838 h 2306052"/>
              <a:gd name="connsiteX5" fmla="*/ 940059 w 2306053"/>
              <a:gd name="connsiteY5" fmla="*/ 2217838 h 2306052"/>
              <a:gd name="connsiteX6" fmla="*/ 88215 w 2306053"/>
              <a:gd name="connsiteY6" fmla="*/ 1365994 h 2306052"/>
              <a:gd name="connsiteX7" fmla="*/ 88215 w 2306053"/>
              <a:gd name="connsiteY7" fmla="*/ 940058 h 2306052"/>
              <a:gd name="connsiteX8" fmla="*/ 940059 w 2306053"/>
              <a:gd name="connsiteY8" fmla="*/ 88214 h 2306052"/>
              <a:gd name="connsiteX9" fmla="*/ 1153027 w 2306053"/>
              <a:gd name="connsiteY9" fmla="*/ 0 h 2306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06053" h="2306052">
                <a:moveTo>
                  <a:pt x="1153027" y="0"/>
                </a:moveTo>
                <a:cubicBezTo>
                  <a:pt x="1230106" y="0"/>
                  <a:pt x="1307185" y="29405"/>
                  <a:pt x="1365995" y="88214"/>
                </a:cubicBezTo>
                <a:lnTo>
                  <a:pt x="2217839" y="940058"/>
                </a:lnTo>
                <a:cubicBezTo>
                  <a:pt x="2335458" y="1057677"/>
                  <a:pt x="2335458" y="1248375"/>
                  <a:pt x="2217839" y="1365994"/>
                </a:cubicBezTo>
                <a:lnTo>
                  <a:pt x="1365995" y="2217838"/>
                </a:lnTo>
                <a:cubicBezTo>
                  <a:pt x="1248376" y="2335457"/>
                  <a:pt x="1057678" y="2335457"/>
                  <a:pt x="940059" y="2217838"/>
                </a:cubicBezTo>
                <a:lnTo>
                  <a:pt x="88215" y="1365994"/>
                </a:lnTo>
                <a:cubicBezTo>
                  <a:pt x="-29404" y="1248375"/>
                  <a:pt x="-29404" y="1057677"/>
                  <a:pt x="88215" y="940058"/>
                </a:cubicBezTo>
                <a:lnTo>
                  <a:pt x="940059" y="88214"/>
                </a:lnTo>
                <a:cubicBezTo>
                  <a:pt x="998869" y="29405"/>
                  <a:pt x="1075948" y="0"/>
                  <a:pt x="1153027" y="0"/>
                </a:cubicBezTo>
                <a:close/>
              </a:path>
            </a:pathLst>
          </a:custGeom>
          <a:pattFill prst="pct5">
            <a:fgClr>
              <a:srgbClr val="0073F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333"/>
            </a:lvl1pPr>
          </a:lstStyle>
          <a:p>
            <a:endParaRPr lang="en-ID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48525C6-644E-441F-471B-08090B8D797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596785" y="817957"/>
            <a:ext cx="1537369" cy="1537368"/>
          </a:xfrm>
          <a:custGeom>
            <a:avLst/>
            <a:gdLst>
              <a:gd name="connsiteX0" fmla="*/ 1153027 w 2306053"/>
              <a:gd name="connsiteY0" fmla="*/ 0 h 2306052"/>
              <a:gd name="connsiteX1" fmla="*/ 1365995 w 2306053"/>
              <a:gd name="connsiteY1" fmla="*/ 88214 h 2306052"/>
              <a:gd name="connsiteX2" fmla="*/ 2217839 w 2306053"/>
              <a:gd name="connsiteY2" fmla="*/ 940058 h 2306052"/>
              <a:gd name="connsiteX3" fmla="*/ 2217839 w 2306053"/>
              <a:gd name="connsiteY3" fmla="*/ 1365994 h 2306052"/>
              <a:gd name="connsiteX4" fmla="*/ 1365995 w 2306053"/>
              <a:gd name="connsiteY4" fmla="*/ 2217838 h 2306052"/>
              <a:gd name="connsiteX5" fmla="*/ 940059 w 2306053"/>
              <a:gd name="connsiteY5" fmla="*/ 2217838 h 2306052"/>
              <a:gd name="connsiteX6" fmla="*/ 88215 w 2306053"/>
              <a:gd name="connsiteY6" fmla="*/ 1365994 h 2306052"/>
              <a:gd name="connsiteX7" fmla="*/ 88215 w 2306053"/>
              <a:gd name="connsiteY7" fmla="*/ 940058 h 2306052"/>
              <a:gd name="connsiteX8" fmla="*/ 940059 w 2306053"/>
              <a:gd name="connsiteY8" fmla="*/ 88214 h 2306052"/>
              <a:gd name="connsiteX9" fmla="*/ 1153027 w 2306053"/>
              <a:gd name="connsiteY9" fmla="*/ 0 h 2306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06053" h="2306052">
                <a:moveTo>
                  <a:pt x="1153027" y="0"/>
                </a:moveTo>
                <a:cubicBezTo>
                  <a:pt x="1230106" y="0"/>
                  <a:pt x="1307185" y="29405"/>
                  <a:pt x="1365995" y="88214"/>
                </a:cubicBezTo>
                <a:lnTo>
                  <a:pt x="2217839" y="940058"/>
                </a:lnTo>
                <a:cubicBezTo>
                  <a:pt x="2335458" y="1057677"/>
                  <a:pt x="2335458" y="1248375"/>
                  <a:pt x="2217839" y="1365994"/>
                </a:cubicBezTo>
                <a:lnTo>
                  <a:pt x="1365995" y="2217838"/>
                </a:lnTo>
                <a:cubicBezTo>
                  <a:pt x="1248376" y="2335457"/>
                  <a:pt x="1057678" y="2335457"/>
                  <a:pt x="940059" y="2217838"/>
                </a:cubicBezTo>
                <a:lnTo>
                  <a:pt x="88215" y="1365994"/>
                </a:lnTo>
                <a:cubicBezTo>
                  <a:pt x="-29404" y="1248375"/>
                  <a:pt x="-29404" y="1057677"/>
                  <a:pt x="88215" y="940058"/>
                </a:cubicBezTo>
                <a:lnTo>
                  <a:pt x="940059" y="88214"/>
                </a:lnTo>
                <a:cubicBezTo>
                  <a:pt x="998869" y="29405"/>
                  <a:pt x="1075948" y="0"/>
                  <a:pt x="1153027" y="0"/>
                </a:cubicBezTo>
                <a:close/>
              </a:path>
            </a:pathLst>
          </a:custGeom>
          <a:pattFill prst="pct5">
            <a:fgClr>
              <a:srgbClr val="0073F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333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56476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953B23F-EC70-85E8-F9A4-2DC8EC81A4C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92149" y="983872"/>
            <a:ext cx="2844799" cy="4890259"/>
          </a:xfrm>
          <a:custGeom>
            <a:avLst/>
            <a:gdLst>
              <a:gd name="connsiteX0" fmla="*/ 440290 w 4267199"/>
              <a:gd name="connsiteY0" fmla="*/ 0 h 7335389"/>
              <a:gd name="connsiteX1" fmla="*/ 3826909 w 4267199"/>
              <a:gd name="connsiteY1" fmla="*/ 0 h 7335389"/>
              <a:gd name="connsiteX2" fmla="*/ 4267199 w 4267199"/>
              <a:gd name="connsiteY2" fmla="*/ 440290 h 7335389"/>
              <a:gd name="connsiteX3" fmla="*/ 4267199 w 4267199"/>
              <a:gd name="connsiteY3" fmla="*/ 6895099 h 7335389"/>
              <a:gd name="connsiteX4" fmla="*/ 3826909 w 4267199"/>
              <a:gd name="connsiteY4" fmla="*/ 7335389 h 7335389"/>
              <a:gd name="connsiteX5" fmla="*/ 440290 w 4267199"/>
              <a:gd name="connsiteY5" fmla="*/ 7335389 h 7335389"/>
              <a:gd name="connsiteX6" fmla="*/ 0 w 4267199"/>
              <a:gd name="connsiteY6" fmla="*/ 6895099 h 7335389"/>
              <a:gd name="connsiteX7" fmla="*/ 0 w 4267199"/>
              <a:gd name="connsiteY7" fmla="*/ 440290 h 7335389"/>
              <a:gd name="connsiteX8" fmla="*/ 440290 w 4267199"/>
              <a:gd name="connsiteY8" fmla="*/ 0 h 73353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199" h="7335389">
                <a:moveTo>
                  <a:pt x="440290" y="0"/>
                </a:moveTo>
                <a:lnTo>
                  <a:pt x="3826909" y="0"/>
                </a:lnTo>
                <a:cubicBezTo>
                  <a:pt x="4070074" y="0"/>
                  <a:pt x="4267199" y="197125"/>
                  <a:pt x="4267199" y="440290"/>
                </a:cubicBezTo>
                <a:lnTo>
                  <a:pt x="4267199" y="6895099"/>
                </a:lnTo>
                <a:cubicBezTo>
                  <a:pt x="4267199" y="7138264"/>
                  <a:pt x="4070074" y="7335389"/>
                  <a:pt x="3826909" y="7335389"/>
                </a:cubicBezTo>
                <a:lnTo>
                  <a:pt x="440290" y="7335389"/>
                </a:lnTo>
                <a:cubicBezTo>
                  <a:pt x="197125" y="7335389"/>
                  <a:pt x="0" y="7138264"/>
                  <a:pt x="0" y="6895099"/>
                </a:cubicBezTo>
                <a:lnTo>
                  <a:pt x="0" y="440290"/>
                </a:lnTo>
                <a:cubicBezTo>
                  <a:pt x="0" y="197125"/>
                  <a:pt x="197125" y="0"/>
                  <a:pt x="440290" y="0"/>
                </a:cubicBezTo>
                <a:close/>
              </a:path>
            </a:pathLst>
          </a:custGeom>
          <a:pattFill prst="pct5">
            <a:fgClr>
              <a:srgbClr val="0073F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333"/>
            </a:lvl1pPr>
          </a:lstStyle>
          <a:p>
            <a:endParaRPr lang="en-ID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FB11F23-6614-DC6D-8A93-56097861256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25849" y="1917700"/>
            <a:ext cx="1987551" cy="3956429"/>
          </a:xfrm>
          <a:custGeom>
            <a:avLst/>
            <a:gdLst>
              <a:gd name="connsiteX0" fmla="*/ 307613 w 2981327"/>
              <a:gd name="connsiteY0" fmla="*/ 0 h 5934643"/>
              <a:gd name="connsiteX1" fmla="*/ 2673714 w 2981327"/>
              <a:gd name="connsiteY1" fmla="*/ 0 h 5934643"/>
              <a:gd name="connsiteX2" fmla="*/ 2981327 w 2981327"/>
              <a:gd name="connsiteY2" fmla="*/ 307613 h 5934643"/>
              <a:gd name="connsiteX3" fmla="*/ 2981327 w 2981327"/>
              <a:gd name="connsiteY3" fmla="*/ 5627030 h 5934643"/>
              <a:gd name="connsiteX4" fmla="*/ 2673714 w 2981327"/>
              <a:gd name="connsiteY4" fmla="*/ 5934643 h 5934643"/>
              <a:gd name="connsiteX5" fmla="*/ 307613 w 2981327"/>
              <a:gd name="connsiteY5" fmla="*/ 5934643 h 5934643"/>
              <a:gd name="connsiteX6" fmla="*/ 0 w 2981327"/>
              <a:gd name="connsiteY6" fmla="*/ 5627030 h 5934643"/>
              <a:gd name="connsiteX7" fmla="*/ 0 w 2981327"/>
              <a:gd name="connsiteY7" fmla="*/ 307613 h 5934643"/>
              <a:gd name="connsiteX8" fmla="*/ 307613 w 2981327"/>
              <a:gd name="connsiteY8" fmla="*/ 0 h 5934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81327" h="5934643">
                <a:moveTo>
                  <a:pt x="307613" y="0"/>
                </a:moveTo>
                <a:lnTo>
                  <a:pt x="2673714" y="0"/>
                </a:lnTo>
                <a:cubicBezTo>
                  <a:pt x="2843604" y="0"/>
                  <a:pt x="2981327" y="137723"/>
                  <a:pt x="2981327" y="307613"/>
                </a:cubicBezTo>
                <a:lnTo>
                  <a:pt x="2981327" y="5627030"/>
                </a:lnTo>
                <a:cubicBezTo>
                  <a:pt x="2981327" y="5796920"/>
                  <a:pt x="2843604" y="5934643"/>
                  <a:pt x="2673714" y="5934643"/>
                </a:cubicBezTo>
                <a:lnTo>
                  <a:pt x="307613" y="5934643"/>
                </a:lnTo>
                <a:cubicBezTo>
                  <a:pt x="137723" y="5934643"/>
                  <a:pt x="0" y="5796920"/>
                  <a:pt x="0" y="5627030"/>
                </a:cubicBezTo>
                <a:lnTo>
                  <a:pt x="0" y="307613"/>
                </a:lnTo>
                <a:cubicBezTo>
                  <a:pt x="0" y="137723"/>
                  <a:pt x="137723" y="0"/>
                  <a:pt x="307613" y="0"/>
                </a:cubicBezTo>
                <a:close/>
              </a:path>
            </a:pathLst>
          </a:custGeom>
          <a:pattFill prst="pct5">
            <a:fgClr>
              <a:srgbClr val="0073F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333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79537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986FE62-E6BE-6373-1D49-E50E03679AB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48399" y="3251311"/>
            <a:ext cx="4851401" cy="2514600"/>
          </a:xfrm>
          <a:custGeom>
            <a:avLst/>
            <a:gdLst>
              <a:gd name="connsiteX0" fmla="*/ 0 w 7277102"/>
              <a:gd name="connsiteY0" fmla="*/ 0 h 3771900"/>
              <a:gd name="connsiteX1" fmla="*/ 7277102 w 7277102"/>
              <a:gd name="connsiteY1" fmla="*/ 0 h 3771900"/>
              <a:gd name="connsiteX2" fmla="*/ 7277102 w 7277102"/>
              <a:gd name="connsiteY2" fmla="*/ 3771900 h 3771900"/>
              <a:gd name="connsiteX3" fmla="*/ 0 w 7277102"/>
              <a:gd name="connsiteY3" fmla="*/ 3771900 h 3771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77102" h="3771900">
                <a:moveTo>
                  <a:pt x="0" y="0"/>
                </a:moveTo>
                <a:lnTo>
                  <a:pt x="7277102" y="0"/>
                </a:lnTo>
                <a:lnTo>
                  <a:pt x="7277102" y="3771900"/>
                </a:lnTo>
                <a:lnTo>
                  <a:pt x="0" y="3771900"/>
                </a:lnTo>
                <a:close/>
              </a:path>
            </a:pathLst>
          </a:custGeom>
          <a:pattFill prst="pct5">
            <a:fgClr>
              <a:srgbClr val="0073F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333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94730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DAD9E39-5A8E-FE59-DB91-8C83A1BF55C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5918200" cy="3381799"/>
          </a:xfrm>
          <a:custGeom>
            <a:avLst/>
            <a:gdLst>
              <a:gd name="connsiteX0" fmla="*/ 0 w 8877300"/>
              <a:gd name="connsiteY0" fmla="*/ 0 h 5072698"/>
              <a:gd name="connsiteX1" fmla="*/ 8877300 w 8877300"/>
              <a:gd name="connsiteY1" fmla="*/ 0 h 5072698"/>
              <a:gd name="connsiteX2" fmla="*/ 8877300 w 8877300"/>
              <a:gd name="connsiteY2" fmla="*/ 4226107 h 5072698"/>
              <a:gd name="connsiteX3" fmla="*/ 8030709 w 8877300"/>
              <a:gd name="connsiteY3" fmla="*/ 5072698 h 5072698"/>
              <a:gd name="connsiteX4" fmla="*/ 0 w 8877300"/>
              <a:gd name="connsiteY4" fmla="*/ 5072698 h 50726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7300" h="5072698">
                <a:moveTo>
                  <a:pt x="0" y="0"/>
                </a:moveTo>
                <a:lnTo>
                  <a:pt x="8877300" y="0"/>
                </a:lnTo>
                <a:lnTo>
                  <a:pt x="8877300" y="4226107"/>
                </a:lnTo>
                <a:cubicBezTo>
                  <a:pt x="8877300" y="4693666"/>
                  <a:pt x="8498268" y="5072698"/>
                  <a:pt x="8030709" y="5072698"/>
                </a:cubicBezTo>
                <a:lnTo>
                  <a:pt x="0" y="5072698"/>
                </a:lnTo>
                <a:close/>
              </a:path>
            </a:pathLst>
          </a:custGeom>
          <a:pattFill prst="pct5">
            <a:fgClr>
              <a:srgbClr val="0073F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333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62927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75DB0EF9-8EB4-113A-5402-8AA34D29500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978400" cy="6858000"/>
          </a:xfrm>
          <a:prstGeom prst="rect">
            <a:avLst/>
          </a:prstGeom>
          <a:pattFill prst="pct5">
            <a:fgClr>
              <a:srgbClr val="0073F2"/>
            </a:fgClr>
            <a:bgClr>
              <a:schemeClr val="bg1"/>
            </a:bgClr>
          </a:pattFill>
        </p:spPr>
        <p:txBody>
          <a:bodyPr/>
          <a:lstStyle>
            <a:lvl1pPr>
              <a:defRPr sz="1333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33394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0952A81-7CE2-D7F8-54A5-0E699B183F1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12760" y="2639402"/>
            <a:ext cx="1279453" cy="1279453"/>
          </a:xfrm>
          <a:custGeom>
            <a:avLst/>
            <a:gdLst>
              <a:gd name="connsiteX0" fmla="*/ 959590 w 1919180"/>
              <a:gd name="connsiteY0" fmla="*/ 0 h 1919180"/>
              <a:gd name="connsiteX1" fmla="*/ 1919180 w 1919180"/>
              <a:gd name="connsiteY1" fmla="*/ 959590 h 1919180"/>
              <a:gd name="connsiteX2" fmla="*/ 959590 w 1919180"/>
              <a:gd name="connsiteY2" fmla="*/ 1919180 h 1919180"/>
              <a:gd name="connsiteX3" fmla="*/ 0 w 1919180"/>
              <a:gd name="connsiteY3" fmla="*/ 959590 h 1919180"/>
              <a:gd name="connsiteX4" fmla="*/ 959590 w 1919180"/>
              <a:gd name="connsiteY4" fmla="*/ 0 h 191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9180" h="1919180">
                <a:moveTo>
                  <a:pt x="959590" y="0"/>
                </a:moveTo>
                <a:cubicBezTo>
                  <a:pt x="1489557" y="0"/>
                  <a:pt x="1919180" y="429623"/>
                  <a:pt x="1919180" y="959590"/>
                </a:cubicBezTo>
                <a:cubicBezTo>
                  <a:pt x="1919180" y="1489557"/>
                  <a:pt x="1489557" y="1919180"/>
                  <a:pt x="959590" y="1919180"/>
                </a:cubicBezTo>
                <a:cubicBezTo>
                  <a:pt x="429623" y="1919180"/>
                  <a:pt x="0" y="1489557"/>
                  <a:pt x="0" y="959590"/>
                </a:cubicBezTo>
                <a:cubicBezTo>
                  <a:pt x="0" y="429623"/>
                  <a:pt x="429623" y="0"/>
                  <a:pt x="959590" y="0"/>
                </a:cubicBezTo>
                <a:close/>
              </a:path>
            </a:pathLst>
          </a:custGeom>
          <a:pattFill prst="pct5">
            <a:fgClr>
              <a:srgbClr val="0073F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333"/>
            </a:lvl1pPr>
          </a:lstStyle>
          <a:p>
            <a:endParaRPr lang="en-ID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48A3A85-45D2-EC20-24E2-2DC6B980FF4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169593" y="2639402"/>
            <a:ext cx="1279453" cy="1279453"/>
          </a:xfrm>
          <a:custGeom>
            <a:avLst/>
            <a:gdLst>
              <a:gd name="connsiteX0" fmla="*/ 959590 w 1919180"/>
              <a:gd name="connsiteY0" fmla="*/ 0 h 1919180"/>
              <a:gd name="connsiteX1" fmla="*/ 1919180 w 1919180"/>
              <a:gd name="connsiteY1" fmla="*/ 959590 h 1919180"/>
              <a:gd name="connsiteX2" fmla="*/ 959590 w 1919180"/>
              <a:gd name="connsiteY2" fmla="*/ 1919180 h 1919180"/>
              <a:gd name="connsiteX3" fmla="*/ 0 w 1919180"/>
              <a:gd name="connsiteY3" fmla="*/ 959590 h 1919180"/>
              <a:gd name="connsiteX4" fmla="*/ 959590 w 1919180"/>
              <a:gd name="connsiteY4" fmla="*/ 0 h 191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9180" h="1919180">
                <a:moveTo>
                  <a:pt x="959590" y="0"/>
                </a:moveTo>
                <a:cubicBezTo>
                  <a:pt x="1489557" y="0"/>
                  <a:pt x="1919180" y="429623"/>
                  <a:pt x="1919180" y="959590"/>
                </a:cubicBezTo>
                <a:cubicBezTo>
                  <a:pt x="1919180" y="1489557"/>
                  <a:pt x="1489557" y="1919180"/>
                  <a:pt x="959590" y="1919180"/>
                </a:cubicBezTo>
                <a:cubicBezTo>
                  <a:pt x="429623" y="1919180"/>
                  <a:pt x="0" y="1489557"/>
                  <a:pt x="0" y="959590"/>
                </a:cubicBezTo>
                <a:cubicBezTo>
                  <a:pt x="0" y="429623"/>
                  <a:pt x="429623" y="0"/>
                  <a:pt x="959590" y="0"/>
                </a:cubicBezTo>
                <a:close/>
              </a:path>
            </a:pathLst>
          </a:custGeom>
          <a:pattFill prst="pct5">
            <a:fgClr>
              <a:srgbClr val="0073F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333"/>
            </a:lvl1pPr>
          </a:lstStyle>
          <a:p>
            <a:endParaRPr lang="en-ID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D7239FB-6416-9EC8-81E1-024B7778980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926426" y="2639402"/>
            <a:ext cx="1279453" cy="1279453"/>
          </a:xfrm>
          <a:custGeom>
            <a:avLst/>
            <a:gdLst>
              <a:gd name="connsiteX0" fmla="*/ 959590 w 1919180"/>
              <a:gd name="connsiteY0" fmla="*/ 0 h 1919180"/>
              <a:gd name="connsiteX1" fmla="*/ 1919180 w 1919180"/>
              <a:gd name="connsiteY1" fmla="*/ 959590 h 1919180"/>
              <a:gd name="connsiteX2" fmla="*/ 959590 w 1919180"/>
              <a:gd name="connsiteY2" fmla="*/ 1919180 h 1919180"/>
              <a:gd name="connsiteX3" fmla="*/ 0 w 1919180"/>
              <a:gd name="connsiteY3" fmla="*/ 959590 h 1919180"/>
              <a:gd name="connsiteX4" fmla="*/ 959590 w 1919180"/>
              <a:gd name="connsiteY4" fmla="*/ 0 h 191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9180" h="1919180">
                <a:moveTo>
                  <a:pt x="959590" y="0"/>
                </a:moveTo>
                <a:cubicBezTo>
                  <a:pt x="1489557" y="0"/>
                  <a:pt x="1919180" y="429623"/>
                  <a:pt x="1919180" y="959590"/>
                </a:cubicBezTo>
                <a:cubicBezTo>
                  <a:pt x="1919180" y="1489557"/>
                  <a:pt x="1489557" y="1919180"/>
                  <a:pt x="959590" y="1919180"/>
                </a:cubicBezTo>
                <a:cubicBezTo>
                  <a:pt x="429623" y="1919180"/>
                  <a:pt x="0" y="1489557"/>
                  <a:pt x="0" y="959590"/>
                </a:cubicBezTo>
                <a:cubicBezTo>
                  <a:pt x="0" y="429623"/>
                  <a:pt x="429623" y="0"/>
                  <a:pt x="959590" y="0"/>
                </a:cubicBezTo>
                <a:close/>
              </a:path>
            </a:pathLst>
          </a:custGeom>
          <a:pattFill prst="pct5">
            <a:fgClr>
              <a:srgbClr val="0073F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333"/>
            </a:lvl1pPr>
          </a:lstStyle>
          <a:p>
            <a:endParaRPr lang="en-ID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1817A7B-7F5A-538D-9C8B-7A3B6B7BC4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683260" y="2639402"/>
            <a:ext cx="1279453" cy="1279453"/>
          </a:xfrm>
          <a:custGeom>
            <a:avLst/>
            <a:gdLst>
              <a:gd name="connsiteX0" fmla="*/ 959590 w 1919180"/>
              <a:gd name="connsiteY0" fmla="*/ 0 h 1919180"/>
              <a:gd name="connsiteX1" fmla="*/ 1919180 w 1919180"/>
              <a:gd name="connsiteY1" fmla="*/ 959590 h 1919180"/>
              <a:gd name="connsiteX2" fmla="*/ 959590 w 1919180"/>
              <a:gd name="connsiteY2" fmla="*/ 1919180 h 1919180"/>
              <a:gd name="connsiteX3" fmla="*/ 0 w 1919180"/>
              <a:gd name="connsiteY3" fmla="*/ 959590 h 1919180"/>
              <a:gd name="connsiteX4" fmla="*/ 959590 w 1919180"/>
              <a:gd name="connsiteY4" fmla="*/ 0 h 191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9180" h="1919180">
                <a:moveTo>
                  <a:pt x="959590" y="0"/>
                </a:moveTo>
                <a:cubicBezTo>
                  <a:pt x="1489557" y="0"/>
                  <a:pt x="1919180" y="429623"/>
                  <a:pt x="1919180" y="959590"/>
                </a:cubicBezTo>
                <a:cubicBezTo>
                  <a:pt x="1919180" y="1489557"/>
                  <a:pt x="1489557" y="1919180"/>
                  <a:pt x="959590" y="1919180"/>
                </a:cubicBezTo>
                <a:cubicBezTo>
                  <a:pt x="429623" y="1919180"/>
                  <a:pt x="0" y="1489557"/>
                  <a:pt x="0" y="959590"/>
                </a:cubicBezTo>
                <a:cubicBezTo>
                  <a:pt x="0" y="429623"/>
                  <a:pt x="429623" y="0"/>
                  <a:pt x="959590" y="0"/>
                </a:cubicBezTo>
                <a:close/>
              </a:path>
            </a:pathLst>
          </a:custGeom>
          <a:pattFill prst="pct5">
            <a:fgClr>
              <a:srgbClr val="0073F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333"/>
            </a:lvl1pPr>
          </a:lstStyle>
          <a:p>
            <a:endParaRPr lang="en-ID"/>
          </a:p>
        </p:txBody>
      </p:sp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E99F28B1-23FE-D64F-3D70-7EF1EF967090}"/>
              </a:ext>
            </a:extLst>
          </p:cNvPr>
          <p:cNvSpPr/>
          <p:nvPr userDrawn="1"/>
        </p:nvSpPr>
        <p:spPr>
          <a:xfrm>
            <a:off x="2565750" y="5718158"/>
            <a:ext cx="7060500" cy="1139842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73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200"/>
          </a:p>
        </p:txBody>
      </p:sp>
    </p:spTree>
    <p:extLst>
      <p:ext uri="{BB962C8B-B14F-4D97-AF65-F5344CB8AC3E}">
        <p14:creationId xmlns:p14="http://schemas.microsoft.com/office/powerpoint/2010/main" val="5217003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66A6270-A22C-121B-9AFD-811CB1E5452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96798" y="1055527"/>
            <a:ext cx="2190564" cy="2190564"/>
          </a:xfrm>
          <a:custGeom>
            <a:avLst/>
            <a:gdLst>
              <a:gd name="connsiteX0" fmla="*/ 1642923 w 3285846"/>
              <a:gd name="connsiteY0" fmla="*/ 0 h 3285846"/>
              <a:gd name="connsiteX1" fmla="*/ 3285846 w 3285846"/>
              <a:gd name="connsiteY1" fmla="*/ 1642923 h 3285846"/>
              <a:gd name="connsiteX2" fmla="*/ 1642923 w 3285846"/>
              <a:gd name="connsiteY2" fmla="*/ 3285846 h 3285846"/>
              <a:gd name="connsiteX3" fmla="*/ 0 w 3285846"/>
              <a:gd name="connsiteY3" fmla="*/ 1642923 h 3285846"/>
              <a:gd name="connsiteX4" fmla="*/ 1642923 w 3285846"/>
              <a:gd name="connsiteY4" fmla="*/ 0 h 3285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85846" h="3285846">
                <a:moveTo>
                  <a:pt x="1642923" y="0"/>
                </a:moveTo>
                <a:cubicBezTo>
                  <a:pt x="2550284" y="0"/>
                  <a:pt x="3285846" y="735562"/>
                  <a:pt x="3285846" y="1642923"/>
                </a:cubicBezTo>
                <a:cubicBezTo>
                  <a:pt x="3285846" y="2550284"/>
                  <a:pt x="2550284" y="3285846"/>
                  <a:pt x="1642923" y="3285846"/>
                </a:cubicBezTo>
                <a:cubicBezTo>
                  <a:pt x="735562" y="3285846"/>
                  <a:pt x="0" y="2550284"/>
                  <a:pt x="0" y="1642923"/>
                </a:cubicBezTo>
                <a:cubicBezTo>
                  <a:pt x="0" y="735562"/>
                  <a:pt x="735562" y="0"/>
                  <a:pt x="1642923" y="0"/>
                </a:cubicBezTo>
                <a:close/>
              </a:path>
            </a:pathLst>
          </a:custGeom>
          <a:pattFill prst="pct5">
            <a:fgClr>
              <a:srgbClr val="0073F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333"/>
            </a:lvl1pPr>
          </a:lstStyle>
          <a:p>
            <a:endParaRPr lang="en-ID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8A99B82-DEC3-0D56-E698-6019ACD2280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719441" y="3611909"/>
            <a:ext cx="2190564" cy="2190564"/>
          </a:xfrm>
          <a:custGeom>
            <a:avLst/>
            <a:gdLst>
              <a:gd name="connsiteX0" fmla="*/ 1642923 w 3285846"/>
              <a:gd name="connsiteY0" fmla="*/ 0 h 3285846"/>
              <a:gd name="connsiteX1" fmla="*/ 3285846 w 3285846"/>
              <a:gd name="connsiteY1" fmla="*/ 1642923 h 3285846"/>
              <a:gd name="connsiteX2" fmla="*/ 1642923 w 3285846"/>
              <a:gd name="connsiteY2" fmla="*/ 3285846 h 3285846"/>
              <a:gd name="connsiteX3" fmla="*/ 0 w 3285846"/>
              <a:gd name="connsiteY3" fmla="*/ 1642923 h 3285846"/>
              <a:gd name="connsiteX4" fmla="*/ 1642923 w 3285846"/>
              <a:gd name="connsiteY4" fmla="*/ 0 h 3285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85846" h="3285846">
                <a:moveTo>
                  <a:pt x="1642923" y="0"/>
                </a:moveTo>
                <a:cubicBezTo>
                  <a:pt x="2550284" y="0"/>
                  <a:pt x="3285846" y="735562"/>
                  <a:pt x="3285846" y="1642923"/>
                </a:cubicBezTo>
                <a:cubicBezTo>
                  <a:pt x="3285846" y="2550284"/>
                  <a:pt x="2550284" y="3285846"/>
                  <a:pt x="1642923" y="3285846"/>
                </a:cubicBezTo>
                <a:cubicBezTo>
                  <a:pt x="735562" y="3285846"/>
                  <a:pt x="0" y="2550284"/>
                  <a:pt x="0" y="1642923"/>
                </a:cubicBezTo>
                <a:cubicBezTo>
                  <a:pt x="0" y="735562"/>
                  <a:pt x="735562" y="0"/>
                  <a:pt x="1642923" y="0"/>
                </a:cubicBezTo>
                <a:close/>
              </a:path>
            </a:pathLst>
          </a:custGeom>
          <a:pattFill prst="pct5">
            <a:fgClr>
              <a:srgbClr val="0073F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333"/>
            </a:lvl1pPr>
          </a:lstStyle>
          <a:p>
            <a:endParaRPr lang="en-ID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79A18FB-1A7F-77CB-5232-101666BB6A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96798" y="3611909"/>
            <a:ext cx="2190564" cy="2190564"/>
          </a:xfrm>
          <a:custGeom>
            <a:avLst/>
            <a:gdLst>
              <a:gd name="connsiteX0" fmla="*/ 1642923 w 3285846"/>
              <a:gd name="connsiteY0" fmla="*/ 0 h 3285846"/>
              <a:gd name="connsiteX1" fmla="*/ 3285846 w 3285846"/>
              <a:gd name="connsiteY1" fmla="*/ 1642923 h 3285846"/>
              <a:gd name="connsiteX2" fmla="*/ 1642923 w 3285846"/>
              <a:gd name="connsiteY2" fmla="*/ 3285846 h 3285846"/>
              <a:gd name="connsiteX3" fmla="*/ 0 w 3285846"/>
              <a:gd name="connsiteY3" fmla="*/ 1642923 h 3285846"/>
              <a:gd name="connsiteX4" fmla="*/ 1642923 w 3285846"/>
              <a:gd name="connsiteY4" fmla="*/ 0 h 3285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85846" h="3285846">
                <a:moveTo>
                  <a:pt x="1642923" y="0"/>
                </a:moveTo>
                <a:cubicBezTo>
                  <a:pt x="2550284" y="0"/>
                  <a:pt x="3285846" y="735562"/>
                  <a:pt x="3285846" y="1642923"/>
                </a:cubicBezTo>
                <a:cubicBezTo>
                  <a:pt x="3285846" y="2550284"/>
                  <a:pt x="2550284" y="3285846"/>
                  <a:pt x="1642923" y="3285846"/>
                </a:cubicBezTo>
                <a:cubicBezTo>
                  <a:pt x="735562" y="3285846"/>
                  <a:pt x="0" y="2550284"/>
                  <a:pt x="0" y="1642923"/>
                </a:cubicBezTo>
                <a:cubicBezTo>
                  <a:pt x="0" y="735562"/>
                  <a:pt x="735562" y="0"/>
                  <a:pt x="1642923" y="0"/>
                </a:cubicBezTo>
                <a:close/>
              </a:path>
            </a:pathLst>
          </a:custGeom>
          <a:pattFill prst="pct5">
            <a:fgClr>
              <a:srgbClr val="0073F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333"/>
            </a:lvl1pPr>
          </a:lstStyle>
          <a:p>
            <a:endParaRPr lang="en-ID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9BDEB25-867A-A988-9A93-BAFBE6045BD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19441" y="1055527"/>
            <a:ext cx="2190564" cy="2190564"/>
          </a:xfrm>
          <a:custGeom>
            <a:avLst/>
            <a:gdLst>
              <a:gd name="connsiteX0" fmla="*/ 1642923 w 3285846"/>
              <a:gd name="connsiteY0" fmla="*/ 0 h 3285846"/>
              <a:gd name="connsiteX1" fmla="*/ 3285846 w 3285846"/>
              <a:gd name="connsiteY1" fmla="*/ 1642923 h 3285846"/>
              <a:gd name="connsiteX2" fmla="*/ 1642923 w 3285846"/>
              <a:gd name="connsiteY2" fmla="*/ 3285846 h 3285846"/>
              <a:gd name="connsiteX3" fmla="*/ 0 w 3285846"/>
              <a:gd name="connsiteY3" fmla="*/ 1642923 h 3285846"/>
              <a:gd name="connsiteX4" fmla="*/ 1642923 w 3285846"/>
              <a:gd name="connsiteY4" fmla="*/ 0 h 3285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85846" h="3285846">
                <a:moveTo>
                  <a:pt x="1642923" y="0"/>
                </a:moveTo>
                <a:cubicBezTo>
                  <a:pt x="2550284" y="0"/>
                  <a:pt x="3285846" y="735562"/>
                  <a:pt x="3285846" y="1642923"/>
                </a:cubicBezTo>
                <a:cubicBezTo>
                  <a:pt x="3285846" y="2550284"/>
                  <a:pt x="2550284" y="3285846"/>
                  <a:pt x="1642923" y="3285846"/>
                </a:cubicBezTo>
                <a:cubicBezTo>
                  <a:pt x="735562" y="3285846"/>
                  <a:pt x="0" y="2550284"/>
                  <a:pt x="0" y="1642923"/>
                </a:cubicBezTo>
                <a:cubicBezTo>
                  <a:pt x="0" y="735562"/>
                  <a:pt x="735562" y="0"/>
                  <a:pt x="1642923" y="0"/>
                </a:cubicBezTo>
                <a:close/>
              </a:path>
            </a:pathLst>
          </a:custGeom>
          <a:pattFill prst="pct5">
            <a:fgClr>
              <a:srgbClr val="0073F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333"/>
            </a:lvl1pPr>
          </a:lstStyle>
          <a:p>
            <a:endParaRPr lang="en-ID"/>
          </a:p>
        </p:txBody>
      </p:sp>
      <p:sp>
        <p:nvSpPr>
          <p:cNvPr id="2" name="Plaque 1">
            <a:extLst>
              <a:ext uri="{FF2B5EF4-FFF2-40B4-BE49-F238E27FC236}">
                <a16:creationId xmlns:a16="http://schemas.microsoft.com/office/drawing/2014/main" id="{8284C36E-A42C-671A-735F-EE29D9D7341F}"/>
              </a:ext>
            </a:extLst>
          </p:cNvPr>
          <p:cNvSpPr/>
          <p:nvPr userDrawn="1"/>
        </p:nvSpPr>
        <p:spPr>
          <a:xfrm>
            <a:off x="6647280" y="1944923"/>
            <a:ext cx="2986845" cy="2986845"/>
          </a:xfrm>
          <a:prstGeom prst="plaque">
            <a:avLst>
              <a:gd name="adj" fmla="val 50000"/>
            </a:avLst>
          </a:prstGeom>
          <a:solidFill>
            <a:srgbClr val="0073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200"/>
          </a:p>
        </p:txBody>
      </p:sp>
    </p:spTree>
    <p:extLst>
      <p:ext uri="{BB962C8B-B14F-4D97-AF65-F5344CB8AC3E}">
        <p14:creationId xmlns:p14="http://schemas.microsoft.com/office/powerpoint/2010/main" val="6761380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C7A92858-B0FF-A681-C9E3-4BBDAF3E3600}"/>
              </a:ext>
            </a:extLst>
          </p:cNvPr>
          <p:cNvSpPr/>
          <p:nvPr userDrawn="1"/>
        </p:nvSpPr>
        <p:spPr>
          <a:xfrm>
            <a:off x="5390559" y="0"/>
            <a:ext cx="6801441" cy="4423579"/>
          </a:xfrm>
          <a:custGeom>
            <a:avLst/>
            <a:gdLst>
              <a:gd name="connsiteX0" fmla="*/ 6485115 w 10202162"/>
              <a:gd name="connsiteY0" fmla="*/ 0 h 6635368"/>
              <a:gd name="connsiteX1" fmla="*/ 10202162 w 10202162"/>
              <a:gd name="connsiteY1" fmla="*/ 0 h 6635368"/>
              <a:gd name="connsiteX2" fmla="*/ 10202162 w 10202162"/>
              <a:gd name="connsiteY2" fmla="*/ 5676539 h 6635368"/>
              <a:gd name="connsiteX3" fmla="*/ 9949268 w 10202162"/>
              <a:gd name="connsiteY3" fmla="*/ 5821951 h 6635368"/>
              <a:gd name="connsiteX4" fmla="*/ 6736836 w 10202162"/>
              <a:gd name="connsiteY4" fmla="*/ 6635368 h 6635368"/>
              <a:gd name="connsiteX5" fmla="*/ 920933 w 10202162"/>
              <a:gd name="connsiteY5" fmla="*/ 3303287 h 6635368"/>
              <a:gd name="connsiteX6" fmla="*/ 902427 w 10202162"/>
              <a:gd name="connsiteY6" fmla="*/ 3270005 h 6635368"/>
              <a:gd name="connsiteX7" fmla="*/ 1132712 w 10202162"/>
              <a:gd name="connsiteY7" fmla="*/ 3295588 h 6635368"/>
              <a:gd name="connsiteX8" fmla="*/ 1603324 w 10202162"/>
              <a:gd name="connsiteY8" fmla="*/ 3316388 h 6635368"/>
              <a:gd name="connsiteX9" fmla="*/ 6442133 w 10202162"/>
              <a:gd name="connsiteY9" fmla="*/ 109010 h 6635368"/>
              <a:gd name="connsiteX10" fmla="*/ 0 w 10202162"/>
              <a:gd name="connsiteY10" fmla="*/ 0 h 6635368"/>
              <a:gd name="connsiteX11" fmla="*/ 4957456 w 10202162"/>
              <a:gd name="connsiteY11" fmla="*/ 0 h 6635368"/>
              <a:gd name="connsiteX12" fmla="*/ 4879315 w 10202162"/>
              <a:gd name="connsiteY12" fmla="*/ 133099 h 6635368"/>
              <a:gd name="connsiteX13" fmla="*/ 1603324 w 10202162"/>
              <a:gd name="connsiteY13" fmla="*/ 1938613 h 6635368"/>
              <a:gd name="connsiteX14" fmla="*/ 406031 w 10202162"/>
              <a:gd name="connsiteY14" fmla="*/ 1750039 h 6635368"/>
              <a:gd name="connsiteX15" fmla="*/ 241020 w 10202162"/>
              <a:gd name="connsiteY15" fmla="*/ 1690781 h 6635368"/>
              <a:gd name="connsiteX16" fmla="*/ 199278 w 10202162"/>
              <a:gd name="connsiteY16" fmla="*/ 1539773 h 6635368"/>
              <a:gd name="connsiteX17" fmla="*/ 6137 w 10202162"/>
              <a:gd name="connsiteY17" fmla="*/ 242711 h 6635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0202162" h="6635368">
                <a:moveTo>
                  <a:pt x="6485115" y="0"/>
                </a:moveTo>
                <a:lnTo>
                  <a:pt x="10202162" y="0"/>
                </a:lnTo>
                <a:lnTo>
                  <a:pt x="10202162" y="5676539"/>
                </a:lnTo>
                <a:lnTo>
                  <a:pt x="9949268" y="5821951"/>
                </a:lnTo>
                <a:cubicBezTo>
                  <a:pt x="8994330" y="6340704"/>
                  <a:pt x="7899994" y="6635368"/>
                  <a:pt x="6736836" y="6635368"/>
                </a:cubicBezTo>
                <a:cubicBezTo>
                  <a:pt x="4257855" y="6635368"/>
                  <a:pt x="2091483" y="5296936"/>
                  <a:pt x="920933" y="3303287"/>
                </a:cubicBezTo>
                <a:lnTo>
                  <a:pt x="902427" y="3270005"/>
                </a:lnTo>
                <a:lnTo>
                  <a:pt x="1132712" y="3295588"/>
                </a:lnTo>
                <a:cubicBezTo>
                  <a:pt x="1287744" y="3309356"/>
                  <a:pt x="1444713" y="3316388"/>
                  <a:pt x="1603324" y="3316388"/>
                </a:cubicBezTo>
                <a:cubicBezTo>
                  <a:pt x="3778566" y="3316388"/>
                  <a:pt x="5644912" y="1993852"/>
                  <a:pt x="6442133" y="109010"/>
                </a:cubicBezTo>
                <a:close/>
                <a:moveTo>
                  <a:pt x="0" y="0"/>
                </a:moveTo>
                <a:lnTo>
                  <a:pt x="4957456" y="0"/>
                </a:lnTo>
                <a:lnTo>
                  <a:pt x="4879315" y="133099"/>
                </a:lnTo>
                <a:cubicBezTo>
                  <a:pt x="4192866" y="1218139"/>
                  <a:pt x="2982233" y="1938613"/>
                  <a:pt x="1603324" y="1938613"/>
                </a:cubicBezTo>
                <a:cubicBezTo>
                  <a:pt x="1185473" y="1938613"/>
                  <a:pt x="783074" y="1872454"/>
                  <a:pt x="406031" y="1750039"/>
                </a:cubicBezTo>
                <a:lnTo>
                  <a:pt x="241020" y="1690781"/>
                </a:lnTo>
                <a:lnTo>
                  <a:pt x="199278" y="1539773"/>
                </a:lnTo>
                <a:cubicBezTo>
                  <a:pt x="94449" y="1121550"/>
                  <a:pt x="28700" y="687828"/>
                  <a:pt x="6137" y="242711"/>
                </a:cubicBezTo>
                <a:close/>
              </a:path>
            </a:pathLst>
          </a:custGeom>
          <a:solidFill>
            <a:srgbClr val="EB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20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C7AB8AA0-53C7-5CED-A020-BB682A8A67E7}"/>
              </a:ext>
            </a:extLst>
          </p:cNvPr>
          <p:cNvSpPr/>
          <p:nvPr userDrawn="1"/>
        </p:nvSpPr>
        <p:spPr>
          <a:xfrm>
            <a:off x="7267852" y="1750824"/>
            <a:ext cx="4924149" cy="5107177"/>
          </a:xfrm>
          <a:custGeom>
            <a:avLst/>
            <a:gdLst>
              <a:gd name="connsiteX0" fmla="*/ 4686300 w 7386223"/>
              <a:gd name="connsiteY0" fmla="*/ 0 h 7660765"/>
              <a:gd name="connsiteX1" fmla="*/ 7306455 w 7386223"/>
              <a:gd name="connsiteY1" fmla="*/ 800347 h 7660765"/>
              <a:gd name="connsiteX2" fmla="*/ 7386223 w 7386223"/>
              <a:gd name="connsiteY2" fmla="*/ 857072 h 7660765"/>
              <a:gd name="connsiteX3" fmla="*/ 7386223 w 7386223"/>
              <a:gd name="connsiteY3" fmla="*/ 7660765 h 7660765"/>
              <a:gd name="connsiteX4" fmla="*/ 1065049 w 7386223"/>
              <a:gd name="connsiteY4" fmla="*/ 7660765 h 7660765"/>
              <a:gd name="connsiteX5" fmla="*/ 931002 w 7386223"/>
              <a:gd name="connsiteY5" fmla="*/ 7490188 h 7660765"/>
              <a:gd name="connsiteX6" fmla="*/ 0 w 7386223"/>
              <a:gd name="connsiteY6" fmla="*/ 4686300 h 7660765"/>
              <a:gd name="connsiteX7" fmla="*/ 4686300 w 7386223"/>
              <a:gd name="connsiteY7" fmla="*/ 0 h 7660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86223" h="7660765">
                <a:moveTo>
                  <a:pt x="4686300" y="0"/>
                </a:moveTo>
                <a:cubicBezTo>
                  <a:pt x="5656864" y="0"/>
                  <a:pt x="6558515" y="295049"/>
                  <a:pt x="7306455" y="800347"/>
                </a:cubicBezTo>
                <a:lnTo>
                  <a:pt x="7386223" y="857072"/>
                </a:lnTo>
                <a:lnTo>
                  <a:pt x="7386223" y="7660765"/>
                </a:lnTo>
                <a:lnTo>
                  <a:pt x="1065049" y="7660765"/>
                </a:lnTo>
                <a:lnTo>
                  <a:pt x="931002" y="7490188"/>
                </a:lnTo>
                <a:cubicBezTo>
                  <a:pt x="346273" y="6708313"/>
                  <a:pt x="0" y="5737745"/>
                  <a:pt x="0" y="4686300"/>
                </a:cubicBezTo>
                <a:cubicBezTo>
                  <a:pt x="0" y="2098128"/>
                  <a:pt x="2098128" y="0"/>
                  <a:pt x="4686300" y="0"/>
                </a:cubicBezTo>
                <a:close/>
              </a:path>
            </a:pathLst>
          </a:custGeom>
          <a:solidFill>
            <a:srgbClr val="0073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200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C4438AC4-9D86-686B-3E6E-3A354D0C0043}"/>
              </a:ext>
            </a:extLst>
          </p:cNvPr>
          <p:cNvSpPr/>
          <p:nvPr userDrawn="1"/>
        </p:nvSpPr>
        <p:spPr>
          <a:xfrm>
            <a:off x="7926496" y="2409468"/>
            <a:ext cx="4265504" cy="4448532"/>
          </a:xfrm>
          <a:custGeom>
            <a:avLst/>
            <a:gdLst>
              <a:gd name="connsiteX0" fmla="*/ 3698333 w 6398256"/>
              <a:gd name="connsiteY0" fmla="*/ 0 h 6672798"/>
              <a:gd name="connsiteX1" fmla="*/ 6296894 w 6398256"/>
              <a:gd name="connsiteY1" fmla="*/ 3532064 h 6672798"/>
              <a:gd name="connsiteX2" fmla="*/ 6398256 w 6398256"/>
              <a:gd name="connsiteY2" fmla="*/ 3560847 h 6672798"/>
              <a:gd name="connsiteX3" fmla="*/ 6398256 w 6398256"/>
              <a:gd name="connsiteY3" fmla="*/ 3835820 h 6672798"/>
              <a:gd name="connsiteX4" fmla="*/ 6296894 w 6398256"/>
              <a:gd name="connsiteY4" fmla="*/ 3864603 h 6672798"/>
              <a:gd name="connsiteX5" fmla="*/ 3773470 w 6398256"/>
              <a:gd name="connsiteY5" fmla="*/ 6651323 h 6672798"/>
              <a:gd name="connsiteX6" fmla="*/ 3769635 w 6398256"/>
              <a:gd name="connsiteY6" fmla="*/ 6672798 h 6672798"/>
              <a:gd name="connsiteX7" fmla="*/ 3627031 w 6398256"/>
              <a:gd name="connsiteY7" fmla="*/ 6672798 h 6672798"/>
              <a:gd name="connsiteX8" fmla="*/ 3623196 w 6398256"/>
              <a:gd name="connsiteY8" fmla="*/ 6651323 h 6672798"/>
              <a:gd name="connsiteX9" fmla="*/ 0 w 6398256"/>
              <a:gd name="connsiteY9" fmla="*/ 3698333 h 6672798"/>
              <a:gd name="connsiteX10" fmla="*/ 3698333 w 6398256"/>
              <a:gd name="connsiteY10" fmla="*/ 0 h 6672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398256" h="6672798">
                <a:moveTo>
                  <a:pt x="3698333" y="0"/>
                </a:moveTo>
                <a:cubicBezTo>
                  <a:pt x="3698333" y="1659558"/>
                  <a:pt x="4791419" y="3063812"/>
                  <a:pt x="6296894" y="3532064"/>
                </a:cubicBezTo>
                <a:lnTo>
                  <a:pt x="6398256" y="3560847"/>
                </a:lnTo>
                <a:lnTo>
                  <a:pt x="6398256" y="3835820"/>
                </a:lnTo>
                <a:lnTo>
                  <a:pt x="6296894" y="3864603"/>
                </a:lnTo>
                <a:cubicBezTo>
                  <a:pt x="5023030" y="4260816"/>
                  <a:pt x="4044428" y="5327184"/>
                  <a:pt x="3773470" y="6651323"/>
                </a:cubicBezTo>
                <a:lnTo>
                  <a:pt x="3769635" y="6672798"/>
                </a:lnTo>
                <a:lnTo>
                  <a:pt x="3627031" y="6672798"/>
                </a:lnTo>
                <a:lnTo>
                  <a:pt x="3623196" y="6651323"/>
                </a:lnTo>
                <a:cubicBezTo>
                  <a:pt x="3278340" y="4966055"/>
                  <a:pt x="1787217" y="3698333"/>
                  <a:pt x="0" y="3698333"/>
                </a:cubicBezTo>
                <a:cubicBezTo>
                  <a:pt x="2042533" y="3698333"/>
                  <a:pt x="3698333" y="2042533"/>
                  <a:pt x="369833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200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A10CFD77-5DE5-0E32-5771-C85313DF7F1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580262" y="203200"/>
            <a:ext cx="3957689" cy="6654800"/>
          </a:xfrm>
          <a:prstGeom prst="rect">
            <a:avLst/>
          </a:prstGeom>
          <a:noFill/>
        </p:spPr>
        <p:txBody>
          <a:bodyPr/>
          <a:lstStyle>
            <a:lvl1pPr>
              <a:defRPr sz="1333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537828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60968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17886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516670-24A1-26BB-B737-909E43C859D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051800" y="838200"/>
            <a:ext cx="4140200" cy="5181600"/>
          </a:xfrm>
          <a:custGeom>
            <a:avLst/>
            <a:gdLst>
              <a:gd name="connsiteX0" fmla="*/ 536073 w 6210300"/>
              <a:gd name="connsiteY0" fmla="*/ 0 h 7772400"/>
              <a:gd name="connsiteX1" fmla="*/ 6210300 w 6210300"/>
              <a:gd name="connsiteY1" fmla="*/ 0 h 7772400"/>
              <a:gd name="connsiteX2" fmla="*/ 6210300 w 6210300"/>
              <a:gd name="connsiteY2" fmla="*/ 7772400 h 7772400"/>
              <a:gd name="connsiteX3" fmla="*/ 536073 w 6210300"/>
              <a:gd name="connsiteY3" fmla="*/ 7772400 h 7772400"/>
              <a:gd name="connsiteX4" fmla="*/ 0 w 6210300"/>
              <a:gd name="connsiteY4" fmla="*/ 7236327 h 7772400"/>
              <a:gd name="connsiteX5" fmla="*/ 0 w 6210300"/>
              <a:gd name="connsiteY5" fmla="*/ 536073 h 7772400"/>
              <a:gd name="connsiteX6" fmla="*/ 536073 w 6210300"/>
              <a:gd name="connsiteY6" fmla="*/ 0 h 777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10300" h="7772400">
                <a:moveTo>
                  <a:pt x="536073" y="0"/>
                </a:moveTo>
                <a:lnTo>
                  <a:pt x="6210300" y="0"/>
                </a:lnTo>
                <a:lnTo>
                  <a:pt x="6210300" y="7772400"/>
                </a:lnTo>
                <a:lnTo>
                  <a:pt x="536073" y="7772400"/>
                </a:lnTo>
                <a:cubicBezTo>
                  <a:pt x="240008" y="7772400"/>
                  <a:pt x="0" y="7532392"/>
                  <a:pt x="0" y="7236327"/>
                </a:cubicBezTo>
                <a:lnTo>
                  <a:pt x="0" y="536073"/>
                </a:lnTo>
                <a:cubicBezTo>
                  <a:pt x="0" y="240008"/>
                  <a:pt x="240008" y="0"/>
                  <a:pt x="536073" y="0"/>
                </a:cubicBezTo>
                <a:close/>
              </a:path>
            </a:pathLst>
          </a:custGeom>
          <a:pattFill prst="pct5">
            <a:fgClr>
              <a:srgbClr val="0073F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333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671915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439D5B03-6F75-A539-9A71-EC2F32C9D0B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73862" y="838200"/>
            <a:ext cx="3957689" cy="6019800"/>
          </a:xfrm>
          <a:prstGeom prst="rect">
            <a:avLst/>
          </a:prstGeom>
          <a:noFill/>
        </p:spPr>
        <p:txBody>
          <a:bodyPr/>
          <a:lstStyle>
            <a:lvl1pPr>
              <a:defRPr sz="1333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639796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3A3A2BF-9871-1F11-B19A-F3E508D29E5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46800" y="342899"/>
            <a:ext cx="2806700" cy="2306036"/>
          </a:xfrm>
          <a:custGeom>
            <a:avLst/>
            <a:gdLst>
              <a:gd name="connsiteX0" fmla="*/ 0 w 4210050"/>
              <a:gd name="connsiteY0" fmla="*/ 0 h 3459054"/>
              <a:gd name="connsiteX1" fmla="*/ 4210050 w 4210050"/>
              <a:gd name="connsiteY1" fmla="*/ 0 h 3459054"/>
              <a:gd name="connsiteX2" fmla="*/ 4210050 w 4210050"/>
              <a:gd name="connsiteY2" fmla="*/ 3459054 h 3459054"/>
              <a:gd name="connsiteX3" fmla="*/ 0 w 4210050"/>
              <a:gd name="connsiteY3" fmla="*/ 3459054 h 3459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0050" h="3459054">
                <a:moveTo>
                  <a:pt x="0" y="0"/>
                </a:moveTo>
                <a:lnTo>
                  <a:pt x="4210050" y="0"/>
                </a:lnTo>
                <a:lnTo>
                  <a:pt x="4210050" y="3459054"/>
                </a:lnTo>
                <a:lnTo>
                  <a:pt x="0" y="3459054"/>
                </a:lnTo>
                <a:close/>
              </a:path>
            </a:pathLst>
          </a:custGeom>
          <a:pattFill prst="pct5">
            <a:fgClr>
              <a:srgbClr val="0073F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333"/>
            </a:lvl1pPr>
          </a:lstStyle>
          <a:p>
            <a:endParaRPr lang="en-ID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8ADDB48-4E32-8552-0D79-66C007D728C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953500" y="342900"/>
            <a:ext cx="2806700" cy="2057400"/>
          </a:xfrm>
          <a:custGeom>
            <a:avLst/>
            <a:gdLst>
              <a:gd name="connsiteX0" fmla="*/ 0 w 4210050"/>
              <a:gd name="connsiteY0" fmla="*/ 0 h 3086100"/>
              <a:gd name="connsiteX1" fmla="*/ 4210050 w 4210050"/>
              <a:gd name="connsiteY1" fmla="*/ 0 h 3086100"/>
              <a:gd name="connsiteX2" fmla="*/ 4210050 w 4210050"/>
              <a:gd name="connsiteY2" fmla="*/ 3086100 h 3086100"/>
              <a:gd name="connsiteX3" fmla="*/ 0 w 4210050"/>
              <a:gd name="connsiteY3" fmla="*/ 3086100 h 3086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0050" h="3086100">
                <a:moveTo>
                  <a:pt x="0" y="0"/>
                </a:moveTo>
                <a:lnTo>
                  <a:pt x="4210050" y="0"/>
                </a:lnTo>
                <a:lnTo>
                  <a:pt x="4210050" y="3086100"/>
                </a:lnTo>
                <a:lnTo>
                  <a:pt x="0" y="3086100"/>
                </a:lnTo>
                <a:close/>
              </a:path>
            </a:pathLst>
          </a:custGeom>
          <a:pattFill prst="pct5">
            <a:fgClr>
              <a:srgbClr val="0073F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333"/>
            </a:lvl1pPr>
          </a:lstStyle>
          <a:p>
            <a:endParaRPr lang="en-ID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BAA3B4ED-8D47-AB96-C2C3-451D06CB98E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46800" y="4209065"/>
            <a:ext cx="2806700" cy="2306035"/>
          </a:xfrm>
          <a:custGeom>
            <a:avLst/>
            <a:gdLst>
              <a:gd name="connsiteX0" fmla="*/ 0 w 4210050"/>
              <a:gd name="connsiteY0" fmla="*/ 0 h 3459053"/>
              <a:gd name="connsiteX1" fmla="*/ 4210050 w 4210050"/>
              <a:gd name="connsiteY1" fmla="*/ 0 h 3459053"/>
              <a:gd name="connsiteX2" fmla="*/ 4210050 w 4210050"/>
              <a:gd name="connsiteY2" fmla="*/ 3459053 h 3459053"/>
              <a:gd name="connsiteX3" fmla="*/ 0 w 4210050"/>
              <a:gd name="connsiteY3" fmla="*/ 3459053 h 3459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0050" h="3459053">
                <a:moveTo>
                  <a:pt x="0" y="0"/>
                </a:moveTo>
                <a:lnTo>
                  <a:pt x="4210050" y="0"/>
                </a:lnTo>
                <a:lnTo>
                  <a:pt x="4210050" y="3459053"/>
                </a:lnTo>
                <a:lnTo>
                  <a:pt x="0" y="3459053"/>
                </a:lnTo>
                <a:close/>
              </a:path>
            </a:pathLst>
          </a:custGeom>
          <a:pattFill prst="pct5">
            <a:fgClr>
              <a:srgbClr val="0073F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333"/>
            </a:lvl1pPr>
          </a:lstStyle>
          <a:p>
            <a:endParaRPr lang="en-ID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2EA10C8-B8EA-B5F2-11E8-D760BBC4CFE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953500" y="2400300"/>
            <a:ext cx="2806700" cy="2057400"/>
          </a:xfrm>
          <a:custGeom>
            <a:avLst/>
            <a:gdLst>
              <a:gd name="connsiteX0" fmla="*/ 0 w 4210050"/>
              <a:gd name="connsiteY0" fmla="*/ 0 h 3086100"/>
              <a:gd name="connsiteX1" fmla="*/ 4210050 w 4210050"/>
              <a:gd name="connsiteY1" fmla="*/ 0 h 3086100"/>
              <a:gd name="connsiteX2" fmla="*/ 4210050 w 4210050"/>
              <a:gd name="connsiteY2" fmla="*/ 3086100 h 3086100"/>
              <a:gd name="connsiteX3" fmla="*/ 0 w 4210050"/>
              <a:gd name="connsiteY3" fmla="*/ 3086100 h 3086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0050" h="3086100">
                <a:moveTo>
                  <a:pt x="0" y="0"/>
                </a:moveTo>
                <a:lnTo>
                  <a:pt x="4210050" y="0"/>
                </a:lnTo>
                <a:lnTo>
                  <a:pt x="4210050" y="3086100"/>
                </a:lnTo>
                <a:lnTo>
                  <a:pt x="0" y="3086100"/>
                </a:lnTo>
                <a:close/>
              </a:path>
            </a:pathLst>
          </a:custGeom>
          <a:pattFill prst="pct5">
            <a:fgClr>
              <a:srgbClr val="0073F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333"/>
            </a:lvl1pPr>
          </a:lstStyle>
          <a:p>
            <a:endParaRPr lang="en-ID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3A94B531-1F57-811D-0598-2D2D5A43778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53500" y="4457700"/>
            <a:ext cx="2806700" cy="2057400"/>
          </a:xfrm>
          <a:custGeom>
            <a:avLst/>
            <a:gdLst>
              <a:gd name="connsiteX0" fmla="*/ 0 w 4210050"/>
              <a:gd name="connsiteY0" fmla="*/ 0 h 3086100"/>
              <a:gd name="connsiteX1" fmla="*/ 4210050 w 4210050"/>
              <a:gd name="connsiteY1" fmla="*/ 0 h 3086100"/>
              <a:gd name="connsiteX2" fmla="*/ 4210050 w 4210050"/>
              <a:gd name="connsiteY2" fmla="*/ 3086100 h 3086100"/>
              <a:gd name="connsiteX3" fmla="*/ 0 w 4210050"/>
              <a:gd name="connsiteY3" fmla="*/ 3086100 h 3086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0050" h="3086100">
                <a:moveTo>
                  <a:pt x="0" y="0"/>
                </a:moveTo>
                <a:lnTo>
                  <a:pt x="4210050" y="0"/>
                </a:lnTo>
                <a:lnTo>
                  <a:pt x="4210050" y="3086100"/>
                </a:lnTo>
                <a:lnTo>
                  <a:pt x="0" y="3086100"/>
                </a:lnTo>
                <a:close/>
              </a:path>
            </a:pathLst>
          </a:custGeom>
          <a:pattFill prst="pct5">
            <a:fgClr>
              <a:srgbClr val="0073F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333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098237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5BE5D237-3A09-3E2B-FD26-FC6B7425E70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5400" y="863600"/>
            <a:ext cx="5588000" cy="3721100"/>
          </a:xfrm>
          <a:custGeom>
            <a:avLst/>
            <a:gdLst>
              <a:gd name="connsiteX0" fmla="*/ 0 w 4210050"/>
              <a:gd name="connsiteY0" fmla="*/ 0 h 3459054"/>
              <a:gd name="connsiteX1" fmla="*/ 4210050 w 4210050"/>
              <a:gd name="connsiteY1" fmla="*/ 0 h 3459054"/>
              <a:gd name="connsiteX2" fmla="*/ 4210050 w 4210050"/>
              <a:gd name="connsiteY2" fmla="*/ 3459054 h 3459054"/>
              <a:gd name="connsiteX3" fmla="*/ 0 w 4210050"/>
              <a:gd name="connsiteY3" fmla="*/ 3459054 h 3459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0050" h="3459054">
                <a:moveTo>
                  <a:pt x="0" y="0"/>
                </a:moveTo>
                <a:lnTo>
                  <a:pt x="4210050" y="0"/>
                </a:lnTo>
                <a:lnTo>
                  <a:pt x="4210050" y="3459054"/>
                </a:lnTo>
                <a:lnTo>
                  <a:pt x="0" y="3459054"/>
                </a:lnTo>
                <a:close/>
              </a:path>
            </a:pathLst>
          </a:custGeom>
          <a:pattFill prst="pct5">
            <a:fgClr>
              <a:srgbClr val="0073F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333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484545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A657F23-BAB6-74C2-C93F-381FBEAED3A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17600" y="4123249"/>
            <a:ext cx="1016000" cy="1016000"/>
          </a:xfrm>
          <a:custGeom>
            <a:avLst/>
            <a:gdLst>
              <a:gd name="connsiteX0" fmla="*/ 762000 w 1524000"/>
              <a:gd name="connsiteY0" fmla="*/ 0 h 1524000"/>
              <a:gd name="connsiteX1" fmla="*/ 1524000 w 1524000"/>
              <a:gd name="connsiteY1" fmla="*/ 762000 h 1524000"/>
              <a:gd name="connsiteX2" fmla="*/ 762000 w 1524000"/>
              <a:gd name="connsiteY2" fmla="*/ 1524000 h 1524000"/>
              <a:gd name="connsiteX3" fmla="*/ 0 w 1524000"/>
              <a:gd name="connsiteY3" fmla="*/ 762000 h 1524000"/>
              <a:gd name="connsiteX4" fmla="*/ 762000 w 1524000"/>
              <a:gd name="connsiteY4" fmla="*/ 0 h 152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4000" h="1524000">
                <a:moveTo>
                  <a:pt x="762000" y="0"/>
                </a:moveTo>
                <a:cubicBezTo>
                  <a:pt x="1182841" y="0"/>
                  <a:pt x="1524000" y="341159"/>
                  <a:pt x="1524000" y="762000"/>
                </a:cubicBezTo>
                <a:cubicBezTo>
                  <a:pt x="1524000" y="1182841"/>
                  <a:pt x="1182841" y="1524000"/>
                  <a:pt x="762000" y="1524000"/>
                </a:cubicBezTo>
                <a:cubicBezTo>
                  <a:pt x="341159" y="1524000"/>
                  <a:pt x="0" y="1182841"/>
                  <a:pt x="0" y="762000"/>
                </a:cubicBezTo>
                <a:cubicBezTo>
                  <a:pt x="0" y="341159"/>
                  <a:pt x="341159" y="0"/>
                  <a:pt x="762000" y="0"/>
                </a:cubicBezTo>
                <a:close/>
              </a:path>
            </a:pathLst>
          </a:custGeom>
          <a:pattFill prst="pct5">
            <a:fgClr>
              <a:srgbClr val="0073F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333"/>
            </a:lvl1pPr>
          </a:lstStyle>
          <a:p>
            <a:endParaRPr lang="en-ID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313450B0-9FD4-4BBA-00DC-27F0D72B6BA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609527" y="0"/>
            <a:ext cx="3582473" cy="6858000"/>
          </a:xfrm>
          <a:custGeom>
            <a:avLst/>
            <a:gdLst>
              <a:gd name="connsiteX0" fmla="*/ 0 w 4210050"/>
              <a:gd name="connsiteY0" fmla="*/ 0 h 3459054"/>
              <a:gd name="connsiteX1" fmla="*/ 4210050 w 4210050"/>
              <a:gd name="connsiteY1" fmla="*/ 0 h 3459054"/>
              <a:gd name="connsiteX2" fmla="*/ 4210050 w 4210050"/>
              <a:gd name="connsiteY2" fmla="*/ 3459054 h 3459054"/>
              <a:gd name="connsiteX3" fmla="*/ 0 w 4210050"/>
              <a:gd name="connsiteY3" fmla="*/ 3459054 h 3459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0050" h="3459054">
                <a:moveTo>
                  <a:pt x="0" y="0"/>
                </a:moveTo>
                <a:lnTo>
                  <a:pt x="4210050" y="0"/>
                </a:lnTo>
                <a:lnTo>
                  <a:pt x="4210050" y="3459054"/>
                </a:lnTo>
                <a:lnTo>
                  <a:pt x="0" y="3459054"/>
                </a:lnTo>
                <a:close/>
              </a:path>
            </a:pathLst>
          </a:custGeom>
          <a:pattFill prst="pct5">
            <a:fgClr>
              <a:srgbClr val="0073F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333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796720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101E635-0ECF-C3BD-88F0-9CC7A00009ED}"/>
              </a:ext>
            </a:extLst>
          </p:cNvPr>
          <p:cNvSpPr/>
          <p:nvPr userDrawn="1"/>
        </p:nvSpPr>
        <p:spPr>
          <a:xfrm>
            <a:off x="5390559" y="0"/>
            <a:ext cx="6801441" cy="4423579"/>
          </a:xfrm>
          <a:custGeom>
            <a:avLst/>
            <a:gdLst>
              <a:gd name="connsiteX0" fmla="*/ 6485115 w 10202162"/>
              <a:gd name="connsiteY0" fmla="*/ 0 h 6635368"/>
              <a:gd name="connsiteX1" fmla="*/ 10202162 w 10202162"/>
              <a:gd name="connsiteY1" fmla="*/ 0 h 6635368"/>
              <a:gd name="connsiteX2" fmla="*/ 10202162 w 10202162"/>
              <a:gd name="connsiteY2" fmla="*/ 5676539 h 6635368"/>
              <a:gd name="connsiteX3" fmla="*/ 9949268 w 10202162"/>
              <a:gd name="connsiteY3" fmla="*/ 5821951 h 6635368"/>
              <a:gd name="connsiteX4" fmla="*/ 6736836 w 10202162"/>
              <a:gd name="connsiteY4" fmla="*/ 6635368 h 6635368"/>
              <a:gd name="connsiteX5" fmla="*/ 920933 w 10202162"/>
              <a:gd name="connsiteY5" fmla="*/ 3303287 h 6635368"/>
              <a:gd name="connsiteX6" fmla="*/ 902427 w 10202162"/>
              <a:gd name="connsiteY6" fmla="*/ 3270005 h 6635368"/>
              <a:gd name="connsiteX7" fmla="*/ 1132712 w 10202162"/>
              <a:gd name="connsiteY7" fmla="*/ 3295588 h 6635368"/>
              <a:gd name="connsiteX8" fmla="*/ 1603324 w 10202162"/>
              <a:gd name="connsiteY8" fmla="*/ 3316388 h 6635368"/>
              <a:gd name="connsiteX9" fmla="*/ 6442133 w 10202162"/>
              <a:gd name="connsiteY9" fmla="*/ 109010 h 6635368"/>
              <a:gd name="connsiteX10" fmla="*/ 0 w 10202162"/>
              <a:gd name="connsiteY10" fmla="*/ 0 h 6635368"/>
              <a:gd name="connsiteX11" fmla="*/ 4957456 w 10202162"/>
              <a:gd name="connsiteY11" fmla="*/ 0 h 6635368"/>
              <a:gd name="connsiteX12" fmla="*/ 4879315 w 10202162"/>
              <a:gd name="connsiteY12" fmla="*/ 133099 h 6635368"/>
              <a:gd name="connsiteX13" fmla="*/ 1603324 w 10202162"/>
              <a:gd name="connsiteY13" fmla="*/ 1938613 h 6635368"/>
              <a:gd name="connsiteX14" fmla="*/ 406031 w 10202162"/>
              <a:gd name="connsiteY14" fmla="*/ 1750039 h 6635368"/>
              <a:gd name="connsiteX15" fmla="*/ 241020 w 10202162"/>
              <a:gd name="connsiteY15" fmla="*/ 1690781 h 6635368"/>
              <a:gd name="connsiteX16" fmla="*/ 199278 w 10202162"/>
              <a:gd name="connsiteY16" fmla="*/ 1539773 h 6635368"/>
              <a:gd name="connsiteX17" fmla="*/ 6137 w 10202162"/>
              <a:gd name="connsiteY17" fmla="*/ 242711 h 6635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0202162" h="6635368">
                <a:moveTo>
                  <a:pt x="6485115" y="0"/>
                </a:moveTo>
                <a:lnTo>
                  <a:pt x="10202162" y="0"/>
                </a:lnTo>
                <a:lnTo>
                  <a:pt x="10202162" y="5676539"/>
                </a:lnTo>
                <a:lnTo>
                  <a:pt x="9949268" y="5821951"/>
                </a:lnTo>
                <a:cubicBezTo>
                  <a:pt x="8994330" y="6340704"/>
                  <a:pt x="7899994" y="6635368"/>
                  <a:pt x="6736836" y="6635368"/>
                </a:cubicBezTo>
                <a:cubicBezTo>
                  <a:pt x="4257855" y="6635368"/>
                  <a:pt x="2091483" y="5296936"/>
                  <a:pt x="920933" y="3303287"/>
                </a:cubicBezTo>
                <a:lnTo>
                  <a:pt x="902427" y="3270005"/>
                </a:lnTo>
                <a:lnTo>
                  <a:pt x="1132712" y="3295588"/>
                </a:lnTo>
                <a:cubicBezTo>
                  <a:pt x="1287744" y="3309356"/>
                  <a:pt x="1444713" y="3316388"/>
                  <a:pt x="1603324" y="3316388"/>
                </a:cubicBezTo>
                <a:cubicBezTo>
                  <a:pt x="3778566" y="3316388"/>
                  <a:pt x="5644912" y="1993852"/>
                  <a:pt x="6442133" y="109010"/>
                </a:cubicBezTo>
                <a:close/>
                <a:moveTo>
                  <a:pt x="0" y="0"/>
                </a:moveTo>
                <a:lnTo>
                  <a:pt x="4957456" y="0"/>
                </a:lnTo>
                <a:lnTo>
                  <a:pt x="4879315" y="133099"/>
                </a:lnTo>
                <a:cubicBezTo>
                  <a:pt x="4192866" y="1218139"/>
                  <a:pt x="2982233" y="1938613"/>
                  <a:pt x="1603324" y="1938613"/>
                </a:cubicBezTo>
                <a:cubicBezTo>
                  <a:pt x="1185473" y="1938613"/>
                  <a:pt x="783074" y="1872454"/>
                  <a:pt x="406031" y="1750039"/>
                </a:cubicBezTo>
                <a:lnTo>
                  <a:pt x="241020" y="1690781"/>
                </a:lnTo>
                <a:lnTo>
                  <a:pt x="199278" y="1539773"/>
                </a:lnTo>
                <a:cubicBezTo>
                  <a:pt x="94449" y="1121550"/>
                  <a:pt x="28700" y="687828"/>
                  <a:pt x="6137" y="242711"/>
                </a:cubicBezTo>
                <a:close/>
              </a:path>
            </a:pathLst>
          </a:custGeom>
          <a:solidFill>
            <a:srgbClr val="EB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20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D7920C1E-B131-B582-DD32-0C6AD0AE70CB}"/>
              </a:ext>
            </a:extLst>
          </p:cNvPr>
          <p:cNvSpPr/>
          <p:nvPr userDrawn="1"/>
        </p:nvSpPr>
        <p:spPr>
          <a:xfrm>
            <a:off x="0" y="5182025"/>
            <a:ext cx="4348395" cy="1675975"/>
          </a:xfrm>
          <a:custGeom>
            <a:avLst/>
            <a:gdLst>
              <a:gd name="connsiteX0" fmla="*/ 2040877 w 6522592"/>
              <a:gd name="connsiteY0" fmla="*/ 0 h 2513962"/>
              <a:gd name="connsiteX1" fmla="*/ 6323501 w 6522592"/>
              <a:gd name="connsiteY1" fmla="*/ 2211471 h 2513962"/>
              <a:gd name="connsiteX2" fmla="*/ 6522592 w 6522592"/>
              <a:gd name="connsiteY2" fmla="*/ 2513962 h 2513962"/>
              <a:gd name="connsiteX3" fmla="*/ 4779086 w 6522592"/>
              <a:gd name="connsiteY3" fmla="*/ 2513962 h 2513962"/>
              <a:gd name="connsiteX4" fmla="*/ 4709308 w 6522592"/>
              <a:gd name="connsiteY4" fmla="*/ 2443426 h 2513962"/>
              <a:gd name="connsiteX5" fmla="*/ 2040877 w 6522592"/>
              <a:gd name="connsiteY5" fmla="*/ 1377775 h 2513962"/>
              <a:gd name="connsiteX6" fmla="*/ 194430 w 6522592"/>
              <a:gd name="connsiteY6" fmla="*/ 1845313 h 2513962"/>
              <a:gd name="connsiteX7" fmla="*/ 0 w 6522592"/>
              <a:gd name="connsiteY7" fmla="*/ 1963431 h 2513962"/>
              <a:gd name="connsiteX8" fmla="*/ 0 w 6522592"/>
              <a:gd name="connsiteY8" fmla="*/ 411410 h 2513962"/>
              <a:gd name="connsiteX9" fmla="*/ 235236 w 6522592"/>
              <a:gd name="connsiteY9" fmla="*/ 318659 h 2513962"/>
              <a:gd name="connsiteX10" fmla="*/ 2040877 w 6522592"/>
              <a:gd name="connsiteY10" fmla="*/ 0 h 2513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522592" h="2513962">
                <a:moveTo>
                  <a:pt x="2040877" y="0"/>
                </a:moveTo>
                <a:cubicBezTo>
                  <a:pt x="3808261" y="0"/>
                  <a:pt x="5371726" y="873080"/>
                  <a:pt x="6323501" y="2211471"/>
                </a:cubicBezTo>
                <a:lnTo>
                  <a:pt x="6522592" y="2513962"/>
                </a:lnTo>
                <a:lnTo>
                  <a:pt x="4779086" y="2513962"/>
                </a:lnTo>
                <a:lnTo>
                  <a:pt x="4709308" y="2443426"/>
                </a:lnTo>
                <a:cubicBezTo>
                  <a:pt x="4014585" y="1783042"/>
                  <a:pt x="3075059" y="1377775"/>
                  <a:pt x="2040877" y="1377775"/>
                </a:cubicBezTo>
                <a:cubicBezTo>
                  <a:pt x="1372315" y="1377775"/>
                  <a:pt x="743310" y="1547143"/>
                  <a:pt x="194430" y="1845313"/>
                </a:cubicBezTo>
                <a:lnTo>
                  <a:pt x="0" y="1963431"/>
                </a:lnTo>
                <a:lnTo>
                  <a:pt x="0" y="411410"/>
                </a:lnTo>
                <a:lnTo>
                  <a:pt x="235236" y="318659"/>
                </a:lnTo>
                <a:cubicBezTo>
                  <a:pt x="798264" y="112507"/>
                  <a:pt x="1406432" y="0"/>
                  <a:pt x="2040877" y="0"/>
                </a:cubicBezTo>
                <a:close/>
              </a:path>
            </a:pathLst>
          </a:custGeom>
          <a:solidFill>
            <a:srgbClr val="EB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200"/>
          </a:p>
        </p:txBody>
      </p:sp>
    </p:spTree>
    <p:extLst>
      <p:ext uri="{BB962C8B-B14F-4D97-AF65-F5344CB8AC3E}">
        <p14:creationId xmlns:p14="http://schemas.microsoft.com/office/powerpoint/2010/main" val="32803844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2E609064-1B14-4128-4ED2-189B09484EA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467379" y="515587"/>
            <a:ext cx="3632367" cy="6342413"/>
          </a:xfrm>
          <a:prstGeom prst="rect">
            <a:avLst/>
          </a:prstGeom>
          <a:noFill/>
        </p:spPr>
        <p:txBody>
          <a:bodyPr/>
          <a:lstStyle>
            <a:lvl1pPr>
              <a:defRPr sz="1333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065673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0DBE140-FFBD-3CF9-1250-5C0B09CB7CD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243035" y="791686"/>
            <a:ext cx="2942619" cy="5274631"/>
          </a:xfrm>
          <a:custGeom>
            <a:avLst/>
            <a:gdLst>
              <a:gd name="connsiteX0" fmla="*/ 735670 w 4413929"/>
              <a:gd name="connsiteY0" fmla="*/ 0 h 7911947"/>
              <a:gd name="connsiteX1" fmla="*/ 4413929 w 4413929"/>
              <a:gd name="connsiteY1" fmla="*/ 0 h 7911947"/>
              <a:gd name="connsiteX2" fmla="*/ 4413929 w 4413929"/>
              <a:gd name="connsiteY2" fmla="*/ 7911947 h 7911947"/>
              <a:gd name="connsiteX3" fmla="*/ 735671 w 4413929"/>
              <a:gd name="connsiteY3" fmla="*/ 7911947 h 7911947"/>
              <a:gd name="connsiteX4" fmla="*/ 1 w 4413929"/>
              <a:gd name="connsiteY4" fmla="*/ 7176278 h 7911947"/>
              <a:gd name="connsiteX5" fmla="*/ 0 w 4413929"/>
              <a:gd name="connsiteY5" fmla="*/ 735670 h 7911947"/>
              <a:gd name="connsiteX6" fmla="*/ 735670 w 4413929"/>
              <a:gd name="connsiteY6" fmla="*/ 0 h 7911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13929" h="7911947">
                <a:moveTo>
                  <a:pt x="735670" y="0"/>
                </a:moveTo>
                <a:lnTo>
                  <a:pt x="4413929" y="0"/>
                </a:lnTo>
                <a:lnTo>
                  <a:pt x="4413929" y="7911947"/>
                </a:lnTo>
                <a:lnTo>
                  <a:pt x="735671" y="7911947"/>
                </a:lnTo>
                <a:cubicBezTo>
                  <a:pt x="329371" y="7911947"/>
                  <a:pt x="1" y="7582577"/>
                  <a:pt x="1" y="7176278"/>
                </a:cubicBezTo>
                <a:lnTo>
                  <a:pt x="0" y="735670"/>
                </a:lnTo>
                <a:cubicBezTo>
                  <a:pt x="0" y="329371"/>
                  <a:pt x="329371" y="0"/>
                  <a:pt x="735670" y="0"/>
                </a:cubicBezTo>
                <a:close/>
              </a:path>
            </a:pathLst>
          </a:custGeom>
          <a:pattFill prst="pct5">
            <a:fgClr>
              <a:srgbClr val="0073F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333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4486388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B76AA5C-4C9C-42FE-49DC-CE903F9B1C9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51467" y="1799167"/>
            <a:ext cx="4017433" cy="2201333"/>
          </a:xfrm>
          <a:custGeom>
            <a:avLst/>
            <a:gdLst>
              <a:gd name="connsiteX0" fmla="*/ 0 w 6026150"/>
              <a:gd name="connsiteY0" fmla="*/ 0 h 3302000"/>
              <a:gd name="connsiteX1" fmla="*/ 6026150 w 6026150"/>
              <a:gd name="connsiteY1" fmla="*/ 0 h 3302000"/>
              <a:gd name="connsiteX2" fmla="*/ 6026150 w 6026150"/>
              <a:gd name="connsiteY2" fmla="*/ 3302000 h 3302000"/>
              <a:gd name="connsiteX3" fmla="*/ 0 w 6026150"/>
              <a:gd name="connsiteY3" fmla="*/ 3302000 h 330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26150" h="3302000">
                <a:moveTo>
                  <a:pt x="0" y="0"/>
                </a:moveTo>
                <a:lnTo>
                  <a:pt x="6026150" y="0"/>
                </a:lnTo>
                <a:lnTo>
                  <a:pt x="6026150" y="3302000"/>
                </a:lnTo>
                <a:lnTo>
                  <a:pt x="0" y="3302000"/>
                </a:lnTo>
                <a:close/>
              </a:path>
            </a:pathLst>
          </a:custGeom>
          <a:pattFill prst="pct5">
            <a:fgClr>
              <a:srgbClr val="0073F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333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1510664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AE847D5-7B18-1F63-0367-2DCCF9311D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793480" y="939800"/>
            <a:ext cx="2479040" cy="4709160"/>
          </a:xfrm>
          <a:custGeom>
            <a:avLst/>
            <a:gdLst>
              <a:gd name="connsiteX0" fmla="*/ 0 w 3718560"/>
              <a:gd name="connsiteY0" fmla="*/ 0 h 7063740"/>
              <a:gd name="connsiteX1" fmla="*/ 3718560 w 3718560"/>
              <a:gd name="connsiteY1" fmla="*/ 0 h 7063740"/>
              <a:gd name="connsiteX2" fmla="*/ 3718560 w 3718560"/>
              <a:gd name="connsiteY2" fmla="*/ 7063740 h 7063740"/>
              <a:gd name="connsiteX3" fmla="*/ 0 w 3718560"/>
              <a:gd name="connsiteY3" fmla="*/ 7063740 h 7063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18560" h="7063740">
                <a:moveTo>
                  <a:pt x="0" y="0"/>
                </a:moveTo>
                <a:lnTo>
                  <a:pt x="3718560" y="0"/>
                </a:lnTo>
                <a:lnTo>
                  <a:pt x="3718560" y="7063740"/>
                </a:lnTo>
                <a:lnTo>
                  <a:pt x="0" y="7063740"/>
                </a:lnTo>
                <a:close/>
              </a:path>
            </a:pathLst>
          </a:custGeom>
          <a:pattFill prst="pct5">
            <a:fgClr>
              <a:srgbClr val="0073F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333"/>
            </a:lvl1pPr>
          </a:lstStyle>
          <a:p>
            <a:endParaRPr lang="en-ID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B08C1BA-93C3-C7B8-45C8-0177AB5540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707379" y="2732440"/>
            <a:ext cx="2479040" cy="4709160"/>
          </a:xfrm>
          <a:custGeom>
            <a:avLst/>
            <a:gdLst>
              <a:gd name="connsiteX0" fmla="*/ 0 w 3718560"/>
              <a:gd name="connsiteY0" fmla="*/ 0 h 7063740"/>
              <a:gd name="connsiteX1" fmla="*/ 3718560 w 3718560"/>
              <a:gd name="connsiteY1" fmla="*/ 0 h 7063740"/>
              <a:gd name="connsiteX2" fmla="*/ 3718560 w 3718560"/>
              <a:gd name="connsiteY2" fmla="*/ 7063740 h 7063740"/>
              <a:gd name="connsiteX3" fmla="*/ 0 w 3718560"/>
              <a:gd name="connsiteY3" fmla="*/ 7063740 h 7063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18560" h="7063740">
                <a:moveTo>
                  <a:pt x="0" y="0"/>
                </a:moveTo>
                <a:lnTo>
                  <a:pt x="3718560" y="0"/>
                </a:lnTo>
                <a:lnTo>
                  <a:pt x="3718560" y="7063740"/>
                </a:lnTo>
                <a:lnTo>
                  <a:pt x="0" y="7063740"/>
                </a:lnTo>
                <a:close/>
              </a:path>
            </a:pathLst>
          </a:custGeom>
          <a:pattFill prst="pct5">
            <a:fgClr>
              <a:srgbClr val="0073F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333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9674659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BEDD44-3CD4-5BB5-B276-B6760CB4320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64733" y="2802467"/>
            <a:ext cx="3915833" cy="2456539"/>
          </a:xfrm>
          <a:custGeom>
            <a:avLst/>
            <a:gdLst>
              <a:gd name="connsiteX0" fmla="*/ 0 w 5873750"/>
              <a:gd name="connsiteY0" fmla="*/ 0 h 3684808"/>
              <a:gd name="connsiteX1" fmla="*/ 5873750 w 5873750"/>
              <a:gd name="connsiteY1" fmla="*/ 0 h 3684808"/>
              <a:gd name="connsiteX2" fmla="*/ 5873750 w 5873750"/>
              <a:gd name="connsiteY2" fmla="*/ 3684808 h 3684808"/>
              <a:gd name="connsiteX3" fmla="*/ 0 w 5873750"/>
              <a:gd name="connsiteY3" fmla="*/ 3684808 h 36848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73750" h="3684808">
                <a:moveTo>
                  <a:pt x="0" y="0"/>
                </a:moveTo>
                <a:lnTo>
                  <a:pt x="5873750" y="0"/>
                </a:lnTo>
                <a:lnTo>
                  <a:pt x="5873750" y="3684808"/>
                </a:lnTo>
                <a:lnTo>
                  <a:pt x="0" y="3684808"/>
                </a:lnTo>
                <a:close/>
              </a:path>
            </a:pathLst>
          </a:custGeom>
          <a:pattFill prst="pct5">
            <a:fgClr>
              <a:srgbClr val="0073F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333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774991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itle Slide">
    <p:bg>
      <p:bgPr>
        <a:solidFill>
          <a:srgbClr val="007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907751E-D63A-75EE-39DF-A382F174A676}"/>
              </a:ext>
            </a:extLst>
          </p:cNvPr>
          <p:cNvSpPr/>
          <p:nvPr userDrawn="1"/>
        </p:nvSpPr>
        <p:spPr>
          <a:xfrm flipH="1">
            <a:off x="0" y="0"/>
            <a:ext cx="6801441" cy="4423579"/>
          </a:xfrm>
          <a:custGeom>
            <a:avLst/>
            <a:gdLst>
              <a:gd name="connsiteX0" fmla="*/ 6485115 w 10202162"/>
              <a:gd name="connsiteY0" fmla="*/ 0 h 6635368"/>
              <a:gd name="connsiteX1" fmla="*/ 10202162 w 10202162"/>
              <a:gd name="connsiteY1" fmla="*/ 0 h 6635368"/>
              <a:gd name="connsiteX2" fmla="*/ 10202162 w 10202162"/>
              <a:gd name="connsiteY2" fmla="*/ 5676539 h 6635368"/>
              <a:gd name="connsiteX3" fmla="*/ 9949268 w 10202162"/>
              <a:gd name="connsiteY3" fmla="*/ 5821951 h 6635368"/>
              <a:gd name="connsiteX4" fmla="*/ 6736836 w 10202162"/>
              <a:gd name="connsiteY4" fmla="*/ 6635368 h 6635368"/>
              <a:gd name="connsiteX5" fmla="*/ 920933 w 10202162"/>
              <a:gd name="connsiteY5" fmla="*/ 3303287 h 6635368"/>
              <a:gd name="connsiteX6" fmla="*/ 902427 w 10202162"/>
              <a:gd name="connsiteY6" fmla="*/ 3270005 h 6635368"/>
              <a:gd name="connsiteX7" fmla="*/ 1132712 w 10202162"/>
              <a:gd name="connsiteY7" fmla="*/ 3295588 h 6635368"/>
              <a:gd name="connsiteX8" fmla="*/ 1603324 w 10202162"/>
              <a:gd name="connsiteY8" fmla="*/ 3316388 h 6635368"/>
              <a:gd name="connsiteX9" fmla="*/ 6442133 w 10202162"/>
              <a:gd name="connsiteY9" fmla="*/ 109010 h 6635368"/>
              <a:gd name="connsiteX10" fmla="*/ 0 w 10202162"/>
              <a:gd name="connsiteY10" fmla="*/ 0 h 6635368"/>
              <a:gd name="connsiteX11" fmla="*/ 4957456 w 10202162"/>
              <a:gd name="connsiteY11" fmla="*/ 0 h 6635368"/>
              <a:gd name="connsiteX12" fmla="*/ 4879315 w 10202162"/>
              <a:gd name="connsiteY12" fmla="*/ 133099 h 6635368"/>
              <a:gd name="connsiteX13" fmla="*/ 1603324 w 10202162"/>
              <a:gd name="connsiteY13" fmla="*/ 1938613 h 6635368"/>
              <a:gd name="connsiteX14" fmla="*/ 406031 w 10202162"/>
              <a:gd name="connsiteY14" fmla="*/ 1750039 h 6635368"/>
              <a:gd name="connsiteX15" fmla="*/ 241020 w 10202162"/>
              <a:gd name="connsiteY15" fmla="*/ 1690781 h 6635368"/>
              <a:gd name="connsiteX16" fmla="*/ 199278 w 10202162"/>
              <a:gd name="connsiteY16" fmla="*/ 1539773 h 6635368"/>
              <a:gd name="connsiteX17" fmla="*/ 6137 w 10202162"/>
              <a:gd name="connsiteY17" fmla="*/ 242711 h 6635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0202162" h="6635368">
                <a:moveTo>
                  <a:pt x="6485115" y="0"/>
                </a:moveTo>
                <a:lnTo>
                  <a:pt x="10202162" y="0"/>
                </a:lnTo>
                <a:lnTo>
                  <a:pt x="10202162" y="5676539"/>
                </a:lnTo>
                <a:lnTo>
                  <a:pt x="9949268" y="5821951"/>
                </a:lnTo>
                <a:cubicBezTo>
                  <a:pt x="8994330" y="6340704"/>
                  <a:pt x="7899994" y="6635368"/>
                  <a:pt x="6736836" y="6635368"/>
                </a:cubicBezTo>
                <a:cubicBezTo>
                  <a:pt x="4257855" y="6635368"/>
                  <a:pt x="2091483" y="5296936"/>
                  <a:pt x="920933" y="3303287"/>
                </a:cubicBezTo>
                <a:lnTo>
                  <a:pt x="902427" y="3270005"/>
                </a:lnTo>
                <a:lnTo>
                  <a:pt x="1132712" y="3295588"/>
                </a:lnTo>
                <a:cubicBezTo>
                  <a:pt x="1287744" y="3309356"/>
                  <a:pt x="1444713" y="3316388"/>
                  <a:pt x="1603324" y="3316388"/>
                </a:cubicBezTo>
                <a:cubicBezTo>
                  <a:pt x="3778566" y="3316388"/>
                  <a:pt x="5644912" y="1993852"/>
                  <a:pt x="6442133" y="109010"/>
                </a:cubicBezTo>
                <a:close/>
                <a:moveTo>
                  <a:pt x="0" y="0"/>
                </a:moveTo>
                <a:lnTo>
                  <a:pt x="4957456" y="0"/>
                </a:lnTo>
                <a:lnTo>
                  <a:pt x="4879315" y="133099"/>
                </a:lnTo>
                <a:cubicBezTo>
                  <a:pt x="4192866" y="1218139"/>
                  <a:pt x="2982233" y="1938613"/>
                  <a:pt x="1603324" y="1938613"/>
                </a:cubicBezTo>
                <a:cubicBezTo>
                  <a:pt x="1185473" y="1938613"/>
                  <a:pt x="783074" y="1872454"/>
                  <a:pt x="406031" y="1750039"/>
                </a:cubicBezTo>
                <a:lnTo>
                  <a:pt x="241020" y="1690781"/>
                </a:lnTo>
                <a:lnTo>
                  <a:pt x="199278" y="1539773"/>
                </a:lnTo>
                <a:cubicBezTo>
                  <a:pt x="94449" y="1121550"/>
                  <a:pt x="28700" y="687828"/>
                  <a:pt x="6137" y="242711"/>
                </a:cubicBezTo>
                <a:close/>
              </a:path>
            </a:pathLst>
          </a:custGeom>
          <a:solidFill>
            <a:srgbClr val="0D8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200"/>
          </a:p>
        </p:txBody>
      </p:sp>
    </p:spTree>
    <p:extLst>
      <p:ext uri="{BB962C8B-B14F-4D97-AF65-F5344CB8AC3E}">
        <p14:creationId xmlns:p14="http://schemas.microsoft.com/office/powerpoint/2010/main" val="415649362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FED9EF9-52E0-95F3-164E-6FE9E8E81C6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820141" y="4267805"/>
            <a:ext cx="1167191" cy="1167191"/>
          </a:xfrm>
          <a:custGeom>
            <a:avLst/>
            <a:gdLst>
              <a:gd name="connsiteX0" fmla="*/ 875393 w 1750786"/>
              <a:gd name="connsiteY0" fmla="*/ 0 h 1750786"/>
              <a:gd name="connsiteX1" fmla="*/ 1750786 w 1750786"/>
              <a:gd name="connsiteY1" fmla="*/ 875393 h 1750786"/>
              <a:gd name="connsiteX2" fmla="*/ 875393 w 1750786"/>
              <a:gd name="connsiteY2" fmla="*/ 1750786 h 1750786"/>
              <a:gd name="connsiteX3" fmla="*/ 0 w 1750786"/>
              <a:gd name="connsiteY3" fmla="*/ 875393 h 1750786"/>
              <a:gd name="connsiteX4" fmla="*/ 875393 w 1750786"/>
              <a:gd name="connsiteY4" fmla="*/ 0 h 1750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0786" h="1750786">
                <a:moveTo>
                  <a:pt x="875393" y="0"/>
                </a:moveTo>
                <a:cubicBezTo>
                  <a:pt x="1358859" y="0"/>
                  <a:pt x="1750786" y="391927"/>
                  <a:pt x="1750786" y="875393"/>
                </a:cubicBezTo>
                <a:cubicBezTo>
                  <a:pt x="1750786" y="1358859"/>
                  <a:pt x="1358859" y="1750786"/>
                  <a:pt x="875393" y="1750786"/>
                </a:cubicBezTo>
                <a:cubicBezTo>
                  <a:pt x="391927" y="1750786"/>
                  <a:pt x="0" y="1358859"/>
                  <a:pt x="0" y="875393"/>
                </a:cubicBezTo>
                <a:cubicBezTo>
                  <a:pt x="0" y="391927"/>
                  <a:pt x="391927" y="0"/>
                  <a:pt x="875393" y="0"/>
                </a:cubicBezTo>
                <a:close/>
              </a:path>
            </a:pathLst>
          </a:custGeom>
          <a:pattFill prst="pct5">
            <a:fgClr>
              <a:srgbClr val="0073F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333"/>
            </a:lvl1pPr>
          </a:lstStyle>
          <a:p>
            <a:endParaRPr lang="en-ID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89644DA-CE7A-D9F6-F571-E15B47E6FE8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512405" y="4267805"/>
            <a:ext cx="1167191" cy="1167191"/>
          </a:xfrm>
          <a:custGeom>
            <a:avLst/>
            <a:gdLst>
              <a:gd name="connsiteX0" fmla="*/ 875393 w 1750786"/>
              <a:gd name="connsiteY0" fmla="*/ 0 h 1750786"/>
              <a:gd name="connsiteX1" fmla="*/ 1750786 w 1750786"/>
              <a:gd name="connsiteY1" fmla="*/ 875393 h 1750786"/>
              <a:gd name="connsiteX2" fmla="*/ 875393 w 1750786"/>
              <a:gd name="connsiteY2" fmla="*/ 1750786 h 1750786"/>
              <a:gd name="connsiteX3" fmla="*/ 0 w 1750786"/>
              <a:gd name="connsiteY3" fmla="*/ 875393 h 1750786"/>
              <a:gd name="connsiteX4" fmla="*/ 875393 w 1750786"/>
              <a:gd name="connsiteY4" fmla="*/ 0 h 1750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0786" h="1750786">
                <a:moveTo>
                  <a:pt x="875393" y="0"/>
                </a:moveTo>
                <a:cubicBezTo>
                  <a:pt x="1358859" y="0"/>
                  <a:pt x="1750786" y="391927"/>
                  <a:pt x="1750786" y="875393"/>
                </a:cubicBezTo>
                <a:cubicBezTo>
                  <a:pt x="1750786" y="1358859"/>
                  <a:pt x="1358859" y="1750786"/>
                  <a:pt x="875393" y="1750786"/>
                </a:cubicBezTo>
                <a:cubicBezTo>
                  <a:pt x="391927" y="1750786"/>
                  <a:pt x="0" y="1358859"/>
                  <a:pt x="0" y="875393"/>
                </a:cubicBezTo>
                <a:cubicBezTo>
                  <a:pt x="0" y="391927"/>
                  <a:pt x="391927" y="0"/>
                  <a:pt x="875393" y="0"/>
                </a:cubicBezTo>
                <a:close/>
              </a:path>
            </a:pathLst>
          </a:custGeom>
          <a:pattFill prst="pct5">
            <a:fgClr>
              <a:srgbClr val="0073F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333"/>
            </a:lvl1pPr>
          </a:lstStyle>
          <a:p>
            <a:endParaRPr lang="en-ID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D8E08BE-FDCF-8BC8-4989-8F00A9B0559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204669" y="4267805"/>
            <a:ext cx="1167191" cy="1167191"/>
          </a:xfrm>
          <a:custGeom>
            <a:avLst/>
            <a:gdLst>
              <a:gd name="connsiteX0" fmla="*/ 875393 w 1750786"/>
              <a:gd name="connsiteY0" fmla="*/ 0 h 1750786"/>
              <a:gd name="connsiteX1" fmla="*/ 1750786 w 1750786"/>
              <a:gd name="connsiteY1" fmla="*/ 875393 h 1750786"/>
              <a:gd name="connsiteX2" fmla="*/ 875393 w 1750786"/>
              <a:gd name="connsiteY2" fmla="*/ 1750786 h 1750786"/>
              <a:gd name="connsiteX3" fmla="*/ 0 w 1750786"/>
              <a:gd name="connsiteY3" fmla="*/ 875393 h 1750786"/>
              <a:gd name="connsiteX4" fmla="*/ 875393 w 1750786"/>
              <a:gd name="connsiteY4" fmla="*/ 0 h 1750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0786" h="1750786">
                <a:moveTo>
                  <a:pt x="875393" y="0"/>
                </a:moveTo>
                <a:cubicBezTo>
                  <a:pt x="1358859" y="0"/>
                  <a:pt x="1750786" y="391927"/>
                  <a:pt x="1750786" y="875393"/>
                </a:cubicBezTo>
                <a:cubicBezTo>
                  <a:pt x="1750786" y="1358859"/>
                  <a:pt x="1358859" y="1750786"/>
                  <a:pt x="875393" y="1750786"/>
                </a:cubicBezTo>
                <a:cubicBezTo>
                  <a:pt x="391927" y="1750786"/>
                  <a:pt x="0" y="1358859"/>
                  <a:pt x="0" y="875393"/>
                </a:cubicBezTo>
                <a:cubicBezTo>
                  <a:pt x="0" y="391927"/>
                  <a:pt x="391927" y="0"/>
                  <a:pt x="875393" y="0"/>
                </a:cubicBezTo>
                <a:close/>
              </a:path>
            </a:pathLst>
          </a:custGeom>
          <a:pattFill prst="pct5">
            <a:fgClr>
              <a:srgbClr val="0073F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333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090230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Title Slide">
    <p:bg>
      <p:bgPr>
        <a:solidFill>
          <a:srgbClr val="007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7263FB5E-6C4A-9980-BA5D-EE1ABFF13ADF}"/>
              </a:ext>
            </a:extLst>
          </p:cNvPr>
          <p:cNvSpPr/>
          <p:nvPr userDrawn="1"/>
        </p:nvSpPr>
        <p:spPr>
          <a:xfrm flipV="1">
            <a:off x="6413501" y="3099731"/>
            <a:ext cx="5778500" cy="3758269"/>
          </a:xfrm>
          <a:custGeom>
            <a:avLst/>
            <a:gdLst>
              <a:gd name="connsiteX0" fmla="*/ 6485115 w 10202162"/>
              <a:gd name="connsiteY0" fmla="*/ 0 h 6635368"/>
              <a:gd name="connsiteX1" fmla="*/ 10202162 w 10202162"/>
              <a:gd name="connsiteY1" fmla="*/ 0 h 6635368"/>
              <a:gd name="connsiteX2" fmla="*/ 10202162 w 10202162"/>
              <a:gd name="connsiteY2" fmla="*/ 5676539 h 6635368"/>
              <a:gd name="connsiteX3" fmla="*/ 9949268 w 10202162"/>
              <a:gd name="connsiteY3" fmla="*/ 5821951 h 6635368"/>
              <a:gd name="connsiteX4" fmla="*/ 6736836 w 10202162"/>
              <a:gd name="connsiteY4" fmla="*/ 6635368 h 6635368"/>
              <a:gd name="connsiteX5" fmla="*/ 920933 w 10202162"/>
              <a:gd name="connsiteY5" fmla="*/ 3303287 h 6635368"/>
              <a:gd name="connsiteX6" fmla="*/ 902427 w 10202162"/>
              <a:gd name="connsiteY6" fmla="*/ 3270005 h 6635368"/>
              <a:gd name="connsiteX7" fmla="*/ 1132712 w 10202162"/>
              <a:gd name="connsiteY7" fmla="*/ 3295588 h 6635368"/>
              <a:gd name="connsiteX8" fmla="*/ 1603324 w 10202162"/>
              <a:gd name="connsiteY8" fmla="*/ 3316388 h 6635368"/>
              <a:gd name="connsiteX9" fmla="*/ 6442133 w 10202162"/>
              <a:gd name="connsiteY9" fmla="*/ 109010 h 6635368"/>
              <a:gd name="connsiteX10" fmla="*/ 0 w 10202162"/>
              <a:gd name="connsiteY10" fmla="*/ 0 h 6635368"/>
              <a:gd name="connsiteX11" fmla="*/ 4957456 w 10202162"/>
              <a:gd name="connsiteY11" fmla="*/ 0 h 6635368"/>
              <a:gd name="connsiteX12" fmla="*/ 4879315 w 10202162"/>
              <a:gd name="connsiteY12" fmla="*/ 133099 h 6635368"/>
              <a:gd name="connsiteX13" fmla="*/ 1603324 w 10202162"/>
              <a:gd name="connsiteY13" fmla="*/ 1938613 h 6635368"/>
              <a:gd name="connsiteX14" fmla="*/ 406031 w 10202162"/>
              <a:gd name="connsiteY14" fmla="*/ 1750039 h 6635368"/>
              <a:gd name="connsiteX15" fmla="*/ 241020 w 10202162"/>
              <a:gd name="connsiteY15" fmla="*/ 1690781 h 6635368"/>
              <a:gd name="connsiteX16" fmla="*/ 199278 w 10202162"/>
              <a:gd name="connsiteY16" fmla="*/ 1539773 h 6635368"/>
              <a:gd name="connsiteX17" fmla="*/ 6137 w 10202162"/>
              <a:gd name="connsiteY17" fmla="*/ 242711 h 6635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0202162" h="6635368">
                <a:moveTo>
                  <a:pt x="6485115" y="0"/>
                </a:moveTo>
                <a:lnTo>
                  <a:pt x="10202162" y="0"/>
                </a:lnTo>
                <a:lnTo>
                  <a:pt x="10202162" y="5676539"/>
                </a:lnTo>
                <a:lnTo>
                  <a:pt x="9949268" y="5821951"/>
                </a:lnTo>
                <a:cubicBezTo>
                  <a:pt x="8994330" y="6340704"/>
                  <a:pt x="7899994" y="6635368"/>
                  <a:pt x="6736836" y="6635368"/>
                </a:cubicBezTo>
                <a:cubicBezTo>
                  <a:pt x="4257855" y="6635368"/>
                  <a:pt x="2091483" y="5296936"/>
                  <a:pt x="920933" y="3303287"/>
                </a:cubicBezTo>
                <a:lnTo>
                  <a:pt x="902427" y="3270005"/>
                </a:lnTo>
                <a:lnTo>
                  <a:pt x="1132712" y="3295588"/>
                </a:lnTo>
                <a:cubicBezTo>
                  <a:pt x="1287744" y="3309356"/>
                  <a:pt x="1444713" y="3316388"/>
                  <a:pt x="1603324" y="3316388"/>
                </a:cubicBezTo>
                <a:cubicBezTo>
                  <a:pt x="3778566" y="3316388"/>
                  <a:pt x="5644912" y="1993852"/>
                  <a:pt x="6442133" y="109010"/>
                </a:cubicBezTo>
                <a:close/>
                <a:moveTo>
                  <a:pt x="0" y="0"/>
                </a:moveTo>
                <a:lnTo>
                  <a:pt x="4957456" y="0"/>
                </a:lnTo>
                <a:lnTo>
                  <a:pt x="4879315" y="133099"/>
                </a:lnTo>
                <a:cubicBezTo>
                  <a:pt x="4192866" y="1218139"/>
                  <a:pt x="2982233" y="1938613"/>
                  <a:pt x="1603324" y="1938613"/>
                </a:cubicBezTo>
                <a:cubicBezTo>
                  <a:pt x="1185473" y="1938613"/>
                  <a:pt x="783074" y="1872454"/>
                  <a:pt x="406031" y="1750039"/>
                </a:cubicBezTo>
                <a:lnTo>
                  <a:pt x="241020" y="1690781"/>
                </a:lnTo>
                <a:lnTo>
                  <a:pt x="199278" y="1539773"/>
                </a:lnTo>
                <a:cubicBezTo>
                  <a:pt x="94449" y="1121550"/>
                  <a:pt x="28700" y="687828"/>
                  <a:pt x="6137" y="242711"/>
                </a:cubicBezTo>
                <a:close/>
              </a:path>
            </a:pathLst>
          </a:custGeom>
          <a:solidFill>
            <a:srgbClr val="0D8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20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3196495F-918C-EA40-4D8C-D04D062BAAF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3848100"/>
          </a:xfrm>
          <a:custGeom>
            <a:avLst/>
            <a:gdLst>
              <a:gd name="connsiteX0" fmla="*/ 0 w 5873750"/>
              <a:gd name="connsiteY0" fmla="*/ 0 h 3684808"/>
              <a:gd name="connsiteX1" fmla="*/ 5873750 w 5873750"/>
              <a:gd name="connsiteY1" fmla="*/ 0 h 3684808"/>
              <a:gd name="connsiteX2" fmla="*/ 5873750 w 5873750"/>
              <a:gd name="connsiteY2" fmla="*/ 3684808 h 3684808"/>
              <a:gd name="connsiteX3" fmla="*/ 0 w 5873750"/>
              <a:gd name="connsiteY3" fmla="*/ 3684808 h 36848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73750" h="3684808">
                <a:moveTo>
                  <a:pt x="0" y="0"/>
                </a:moveTo>
                <a:lnTo>
                  <a:pt x="5873750" y="0"/>
                </a:lnTo>
                <a:lnTo>
                  <a:pt x="5873750" y="3684808"/>
                </a:lnTo>
                <a:lnTo>
                  <a:pt x="0" y="3684808"/>
                </a:lnTo>
                <a:close/>
              </a:path>
            </a:pathLst>
          </a:custGeom>
          <a:pattFill prst="pct5">
            <a:fgClr>
              <a:srgbClr val="0073F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333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6390735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3D6F12B5-30B1-EE47-319C-4CF4B7C6ECDD}"/>
              </a:ext>
            </a:extLst>
          </p:cNvPr>
          <p:cNvSpPr/>
          <p:nvPr userDrawn="1"/>
        </p:nvSpPr>
        <p:spPr>
          <a:xfrm>
            <a:off x="5390559" y="0"/>
            <a:ext cx="6801441" cy="4423579"/>
          </a:xfrm>
          <a:custGeom>
            <a:avLst/>
            <a:gdLst>
              <a:gd name="connsiteX0" fmla="*/ 6485115 w 10202162"/>
              <a:gd name="connsiteY0" fmla="*/ 0 h 6635368"/>
              <a:gd name="connsiteX1" fmla="*/ 10202162 w 10202162"/>
              <a:gd name="connsiteY1" fmla="*/ 0 h 6635368"/>
              <a:gd name="connsiteX2" fmla="*/ 10202162 w 10202162"/>
              <a:gd name="connsiteY2" fmla="*/ 5676539 h 6635368"/>
              <a:gd name="connsiteX3" fmla="*/ 9949268 w 10202162"/>
              <a:gd name="connsiteY3" fmla="*/ 5821951 h 6635368"/>
              <a:gd name="connsiteX4" fmla="*/ 6736836 w 10202162"/>
              <a:gd name="connsiteY4" fmla="*/ 6635368 h 6635368"/>
              <a:gd name="connsiteX5" fmla="*/ 920933 w 10202162"/>
              <a:gd name="connsiteY5" fmla="*/ 3303287 h 6635368"/>
              <a:gd name="connsiteX6" fmla="*/ 902427 w 10202162"/>
              <a:gd name="connsiteY6" fmla="*/ 3270005 h 6635368"/>
              <a:gd name="connsiteX7" fmla="*/ 1132712 w 10202162"/>
              <a:gd name="connsiteY7" fmla="*/ 3295588 h 6635368"/>
              <a:gd name="connsiteX8" fmla="*/ 1603324 w 10202162"/>
              <a:gd name="connsiteY8" fmla="*/ 3316388 h 6635368"/>
              <a:gd name="connsiteX9" fmla="*/ 6442133 w 10202162"/>
              <a:gd name="connsiteY9" fmla="*/ 109010 h 6635368"/>
              <a:gd name="connsiteX10" fmla="*/ 0 w 10202162"/>
              <a:gd name="connsiteY10" fmla="*/ 0 h 6635368"/>
              <a:gd name="connsiteX11" fmla="*/ 4957456 w 10202162"/>
              <a:gd name="connsiteY11" fmla="*/ 0 h 6635368"/>
              <a:gd name="connsiteX12" fmla="*/ 4879315 w 10202162"/>
              <a:gd name="connsiteY12" fmla="*/ 133099 h 6635368"/>
              <a:gd name="connsiteX13" fmla="*/ 1603324 w 10202162"/>
              <a:gd name="connsiteY13" fmla="*/ 1938613 h 6635368"/>
              <a:gd name="connsiteX14" fmla="*/ 406031 w 10202162"/>
              <a:gd name="connsiteY14" fmla="*/ 1750039 h 6635368"/>
              <a:gd name="connsiteX15" fmla="*/ 241020 w 10202162"/>
              <a:gd name="connsiteY15" fmla="*/ 1690781 h 6635368"/>
              <a:gd name="connsiteX16" fmla="*/ 199278 w 10202162"/>
              <a:gd name="connsiteY16" fmla="*/ 1539773 h 6635368"/>
              <a:gd name="connsiteX17" fmla="*/ 6137 w 10202162"/>
              <a:gd name="connsiteY17" fmla="*/ 242711 h 6635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0202162" h="6635368">
                <a:moveTo>
                  <a:pt x="6485115" y="0"/>
                </a:moveTo>
                <a:lnTo>
                  <a:pt x="10202162" y="0"/>
                </a:lnTo>
                <a:lnTo>
                  <a:pt x="10202162" y="5676539"/>
                </a:lnTo>
                <a:lnTo>
                  <a:pt x="9949268" y="5821951"/>
                </a:lnTo>
                <a:cubicBezTo>
                  <a:pt x="8994330" y="6340704"/>
                  <a:pt x="7899994" y="6635368"/>
                  <a:pt x="6736836" y="6635368"/>
                </a:cubicBezTo>
                <a:cubicBezTo>
                  <a:pt x="4257855" y="6635368"/>
                  <a:pt x="2091483" y="5296936"/>
                  <a:pt x="920933" y="3303287"/>
                </a:cubicBezTo>
                <a:lnTo>
                  <a:pt x="902427" y="3270005"/>
                </a:lnTo>
                <a:lnTo>
                  <a:pt x="1132712" y="3295588"/>
                </a:lnTo>
                <a:cubicBezTo>
                  <a:pt x="1287744" y="3309356"/>
                  <a:pt x="1444713" y="3316388"/>
                  <a:pt x="1603324" y="3316388"/>
                </a:cubicBezTo>
                <a:cubicBezTo>
                  <a:pt x="3778566" y="3316388"/>
                  <a:pt x="5644912" y="1993852"/>
                  <a:pt x="6442133" y="109010"/>
                </a:cubicBezTo>
                <a:close/>
                <a:moveTo>
                  <a:pt x="0" y="0"/>
                </a:moveTo>
                <a:lnTo>
                  <a:pt x="4957456" y="0"/>
                </a:lnTo>
                <a:lnTo>
                  <a:pt x="4879315" y="133099"/>
                </a:lnTo>
                <a:cubicBezTo>
                  <a:pt x="4192866" y="1218139"/>
                  <a:pt x="2982233" y="1938613"/>
                  <a:pt x="1603324" y="1938613"/>
                </a:cubicBezTo>
                <a:cubicBezTo>
                  <a:pt x="1185473" y="1938613"/>
                  <a:pt x="783074" y="1872454"/>
                  <a:pt x="406031" y="1750039"/>
                </a:cubicBezTo>
                <a:lnTo>
                  <a:pt x="241020" y="1690781"/>
                </a:lnTo>
                <a:lnTo>
                  <a:pt x="199278" y="1539773"/>
                </a:lnTo>
                <a:cubicBezTo>
                  <a:pt x="94449" y="1121550"/>
                  <a:pt x="28700" y="687828"/>
                  <a:pt x="6137" y="242711"/>
                </a:cubicBezTo>
                <a:close/>
              </a:path>
            </a:pathLst>
          </a:custGeom>
          <a:solidFill>
            <a:srgbClr val="EB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200"/>
          </a:p>
        </p:txBody>
      </p:sp>
      <p:sp>
        <p:nvSpPr>
          <p:cNvPr id="6" name="Rectangle 48">
            <a:extLst>
              <a:ext uri="{FF2B5EF4-FFF2-40B4-BE49-F238E27FC236}">
                <a16:creationId xmlns:a16="http://schemas.microsoft.com/office/drawing/2014/main" id="{3C9BB767-6DC1-B848-E22F-5A63D1624075}"/>
              </a:ext>
            </a:extLst>
          </p:cNvPr>
          <p:cNvSpPr/>
          <p:nvPr userDrawn="1"/>
        </p:nvSpPr>
        <p:spPr>
          <a:xfrm>
            <a:off x="0" y="5236630"/>
            <a:ext cx="12192000" cy="1621371"/>
          </a:xfrm>
          <a:custGeom>
            <a:avLst/>
            <a:gdLst>
              <a:gd name="connsiteX0" fmla="*/ 0 w 18288000"/>
              <a:gd name="connsiteY0" fmla="*/ 0 h 1504950"/>
              <a:gd name="connsiteX1" fmla="*/ 18288000 w 18288000"/>
              <a:gd name="connsiteY1" fmla="*/ 0 h 1504950"/>
              <a:gd name="connsiteX2" fmla="*/ 18288000 w 18288000"/>
              <a:gd name="connsiteY2" fmla="*/ 1504950 h 1504950"/>
              <a:gd name="connsiteX3" fmla="*/ 0 w 18288000"/>
              <a:gd name="connsiteY3" fmla="*/ 1504950 h 1504950"/>
              <a:gd name="connsiteX4" fmla="*/ 0 w 18288000"/>
              <a:gd name="connsiteY4" fmla="*/ 0 h 1504950"/>
              <a:gd name="connsiteX0" fmla="*/ 0 w 18288000"/>
              <a:gd name="connsiteY0" fmla="*/ 770466 h 2275416"/>
              <a:gd name="connsiteX1" fmla="*/ 18288000 w 18288000"/>
              <a:gd name="connsiteY1" fmla="*/ 770466 h 2275416"/>
              <a:gd name="connsiteX2" fmla="*/ 18288000 w 18288000"/>
              <a:gd name="connsiteY2" fmla="*/ 2275416 h 2275416"/>
              <a:gd name="connsiteX3" fmla="*/ 0 w 18288000"/>
              <a:gd name="connsiteY3" fmla="*/ 2275416 h 2275416"/>
              <a:gd name="connsiteX4" fmla="*/ 0 w 18288000"/>
              <a:gd name="connsiteY4" fmla="*/ 770466 h 2275416"/>
              <a:gd name="connsiteX0" fmla="*/ 0 w 18288000"/>
              <a:gd name="connsiteY0" fmla="*/ 714525 h 2219475"/>
              <a:gd name="connsiteX1" fmla="*/ 18288000 w 18288000"/>
              <a:gd name="connsiteY1" fmla="*/ 714525 h 2219475"/>
              <a:gd name="connsiteX2" fmla="*/ 18288000 w 18288000"/>
              <a:gd name="connsiteY2" fmla="*/ 2219475 h 2219475"/>
              <a:gd name="connsiteX3" fmla="*/ 0 w 18288000"/>
              <a:gd name="connsiteY3" fmla="*/ 2219475 h 2219475"/>
              <a:gd name="connsiteX4" fmla="*/ 0 w 18288000"/>
              <a:gd name="connsiteY4" fmla="*/ 714525 h 2219475"/>
              <a:gd name="connsiteX0" fmla="*/ 0 w 18288000"/>
              <a:gd name="connsiteY0" fmla="*/ 942381 h 2447331"/>
              <a:gd name="connsiteX1" fmla="*/ 18288000 w 18288000"/>
              <a:gd name="connsiteY1" fmla="*/ 942381 h 2447331"/>
              <a:gd name="connsiteX2" fmla="*/ 18288000 w 18288000"/>
              <a:gd name="connsiteY2" fmla="*/ 2447331 h 2447331"/>
              <a:gd name="connsiteX3" fmla="*/ 0 w 18288000"/>
              <a:gd name="connsiteY3" fmla="*/ 2447331 h 2447331"/>
              <a:gd name="connsiteX4" fmla="*/ 0 w 18288000"/>
              <a:gd name="connsiteY4" fmla="*/ 942381 h 2447331"/>
              <a:gd name="connsiteX0" fmla="*/ 0 w 18288000"/>
              <a:gd name="connsiteY0" fmla="*/ 927106 h 2432056"/>
              <a:gd name="connsiteX1" fmla="*/ 18288000 w 18288000"/>
              <a:gd name="connsiteY1" fmla="*/ 927106 h 2432056"/>
              <a:gd name="connsiteX2" fmla="*/ 18288000 w 18288000"/>
              <a:gd name="connsiteY2" fmla="*/ 2432056 h 2432056"/>
              <a:gd name="connsiteX3" fmla="*/ 0 w 18288000"/>
              <a:gd name="connsiteY3" fmla="*/ 2432056 h 2432056"/>
              <a:gd name="connsiteX4" fmla="*/ 0 w 18288000"/>
              <a:gd name="connsiteY4" fmla="*/ 927106 h 2432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2432056">
                <a:moveTo>
                  <a:pt x="0" y="927106"/>
                </a:moveTo>
                <a:cubicBezTo>
                  <a:pt x="10515600" y="1270006"/>
                  <a:pt x="13887450" y="-1320794"/>
                  <a:pt x="18288000" y="927106"/>
                </a:cubicBezTo>
                <a:lnTo>
                  <a:pt x="18288000" y="2432056"/>
                </a:lnTo>
                <a:lnTo>
                  <a:pt x="0" y="2432056"/>
                </a:lnTo>
                <a:lnTo>
                  <a:pt x="0" y="927106"/>
                </a:lnTo>
                <a:close/>
              </a:path>
            </a:pathLst>
          </a:custGeom>
          <a:solidFill>
            <a:srgbClr val="0073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200"/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B369A8B3-52A7-11E7-478B-B824AEB849C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97662" y="431800"/>
            <a:ext cx="3957689" cy="6426200"/>
          </a:xfrm>
          <a:prstGeom prst="rect">
            <a:avLst/>
          </a:prstGeom>
          <a:noFill/>
        </p:spPr>
        <p:txBody>
          <a:bodyPr/>
          <a:lstStyle>
            <a:lvl1pPr>
              <a:defRPr sz="1333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49604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7463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  <p:sldLayoutId id="2147483688" r:id="rId27"/>
    <p:sldLayoutId id="2147483689" r:id="rId28"/>
    <p:sldLayoutId id="2147483690" r:id="rId29"/>
    <p:sldLayoutId id="2147483691" r:id="rId30"/>
  </p:sldLayoutIdLst>
  <p:txStyles>
    <p:titleStyle>
      <a:lvl1pPr algn="l" defTabSz="914446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91444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34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57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80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503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726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1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69A39552-3912-317E-B866-846A3EE1DB13}"/>
              </a:ext>
            </a:extLst>
          </p:cNvPr>
          <p:cNvSpPr/>
          <p:nvPr/>
        </p:nvSpPr>
        <p:spPr>
          <a:xfrm>
            <a:off x="3383592" y="-1"/>
            <a:ext cx="6801441" cy="4423579"/>
          </a:xfrm>
          <a:custGeom>
            <a:avLst/>
            <a:gdLst>
              <a:gd name="connsiteX0" fmla="*/ 6485115 w 10202162"/>
              <a:gd name="connsiteY0" fmla="*/ 0 h 6635368"/>
              <a:gd name="connsiteX1" fmla="*/ 10202162 w 10202162"/>
              <a:gd name="connsiteY1" fmla="*/ 0 h 6635368"/>
              <a:gd name="connsiteX2" fmla="*/ 10202162 w 10202162"/>
              <a:gd name="connsiteY2" fmla="*/ 5676539 h 6635368"/>
              <a:gd name="connsiteX3" fmla="*/ 9949268 w 10202162"/>
              <a:gd name="connsiteY3" fmla="*/ 5821951 h 6635368"/>
              <a:gd name="connsiteX4" fmla="*/ 6736836 w 10202162"/>
              <a:gd name="connsiteY4" fmla="*/ 6635368 h 6635368"/>
              <a:gd name="connsiteX5" fmla="*/ 920933 w 10202162"/>
              <a:gd name="connsiteY5" fmla="*/ 3303287 h 6635368"/>
              <a:gd name="connsiteX6" fmla="*/ 902427 w 10202162"/>
              <a:gd name="connsiteY6" fmla="*/ 3270005 h 6635368"/>
              <a:gd name="connsiteX7" fmla="*/ 1132712 w 10202162"/>
              <a:gd name="connsiteY7" fmla="*/ 3295588 h 6635368"/>
              <a:gd name="connsiteX8" fmla="*/ 1603324 w 10202162"/>
              <a:gd name="connsiteY8" fmla="*/ 3316388 h 6635368"/>
              <a:gd name="connsiteX9" fmla="*/ 6442133 w 10202162"/>
              <a:gd name="connsiteY9" fmla="*/ 109010 h 6635368"/>
              <a:gd name="connsiteX10" fmla="*/ 0 w 10202162"/>
              <a:gd name="connsiteY10" fmla="*/ 0 h 6635368"/>
              <a:gd name="connsiteX11" fmla="*/ 4957456 w 10202162"/>
              <a:gd name="connsiteY11" fmla="*/ 0 h 6635368"/>
              <a:gd name="connsiteX12" fmla="*/ 4879315 w 10202162"/>
              <a:gd name="connsiteY12" fmla="*/ 133099 h 6635368"/>
              <a:gd name="connsiteX13" fmla="*/ 1603324 w 10202162"/>
              <a:gd name="connsiteY13" fmla="*/ 1938613 h 6635368"/>
              <a:gd name="connsiteX14" fmla="*/ 406031 w 10202162"/>
              <a:gd name="connsiteY14" fmla="*/ 1750039 h 6635368"/>
              <a:gd name="connsiteX15" fmla="*/ 241020 w 10202162"/>
              <a:gd name="connsiteY15" fmla="*/ 1690781 h 6635368"/>
              <a:gd name="connsiteX16" fmla="*/ 199278 w 10202162"/>
              <a:gd name="connsiteY16" fmla="*/ 1539773 h 6635368"/>
              <a:gd name="connsiteX17" fmla="*/ 6137 w 10202162"/>
              <a:gd name="connsiteY17" fmla="*/ 242711 h 6635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0202162" h="6635368">
                <a:moveTo>
                  <a:pt x="6485115" y="0"/>
                </a:moveTo>
                <a:lnTo>
                  <a:pt x="10202162" y="0"/>
                </a:lnTo>
                <a:lnTo>
                  <a:pt x="10202162" y="5676539"/>
                </a:lnTo>
                <a:lnTo>
                  <a:pt x="9949268" y="5821951"/>
                </a:lnTo>
                <a:cubicBezTo>
                  <a:pt x="8994330" y="6340704"/>
                  <a:pt x="7899994" y="6635368"/>
                  <a:pt x="6736836" y="6635368"/>
                </a:cubicBezTo>
                <a:cubicBezTo>
                  <a:pt x="4257855" y="6635368"/>
                  <a:pt x="2091483" y="5296936"/>
                  <a:pt x="920933" y="3303287"/>
                </a:cubicBezTo>
                <a:lnTo>
                  <a:pt x="902427" y="3270005"/>
                </a:lnTo>
                <a:lnTo>
                  <a:pt x="1132712" y="3295588"/>
                </a:lnTo>
                <a:cubicBezTo>
                  <a:pt x="1287744" y="3309356"/>
                  <a:pt x="1444713" y="3316388"/>
                  <a:pt x="1603324" y="3316388"/>
                </a:cubicBezTo>
                <a:cubicBezTo>
                  <a:pt x="3778566" y="3316388"/>
                  <a:pt x="5644912" y="1993852"/>
                  <a:pt x="6442133" y="109010"/>
                </a:cubicBezTo>
                <a:close/>
                <a:moveTo>
                  <a:pt x="0" y="0"/>
                </a:moveTo>
                <a:lnTo>
                  <a:pt x="4957456" y="0"/>
                </a:lnTo>
                <a:lnTo>
                  <a:pt x="4879315" y="133099"/>
                </a:lnTo>
                <a:cubicBezTo>
                  <a:pt x="4192866" y="1218139"/>
                  <a:pt x="2982233" y="1938613"/>
                  <a:pt x="1603324" y="1938613"/>
                </a:cubicBezTo>
                <a:cubicBezTo>
                  <a:pt x="1185473" y="1938613"/>
                  <a:pt x="783074" y="1872454"/>
                  <a:pt x="406031" y="1750039"/>
                </a:cubicBezTo>
                <a:lnTo>
                  <a:pt x="241020" y="1690781"/>
                </a:lnTo>
                <a:lnTo>
                  <a:pt x="199278" y="1539773"/>
                </a:lnTo>
                <a:cubicBezTo>
                  <a:pt x="94449" y="1121550"/>
                  <a:pt x="28700" y="687828"/>
                  <a:pt x="6137" y="24271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20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CC9FCC07-870E-D50B-B922-BD11A207AA4B}"/>
              </a:ext>
            </a:extLst>
          </p:cNvPr>
          <p:cNvSpPr/>
          <p:nvPr/>
        </p:nvSpPr>
        <p:spPr>
          <a:xfrm>
            <a:off x="7267852" y="1750824"/>
            <a:ext cx="4924149" cy="5107177"/>
          </a:xfrm>
          <a:custGeom>
            <a:avLst/>
            <a:gdLst>
              <a:gd name="connsiteX0" fmla="*/ 4686300 w 7386223"/>
              <a:gd name="connsiteY0" fmla="*/ 0 h 7660765"/>
              <a:gd name="connsiteX1" fmla="*/ 7306455 w 7386223"/>
              <a:gd name="connsiteY1" fmla="*/ 800347 h 7660765"/>
              <a:gd name="connsiteX2" fmla="*/ 7386223 w 7386223"/>
              <a:gd name="connsiteY2" fmla="*/ 857072 h 7660765"/>
              <a:gd name="connsiteX3" fmla="*/ 7386223 w 7386223"/>
              <a:gd name="connsiteY3" fmla="*/ 7660765 h 7660765"/>
              <a:gd name="connsiteX4" fmla="*/ 1065049 w 7386223"/>
              <a:gd name="connsiteY4" fmla="*/ 7660765 h 7660765"/>
              <a:gd name="connsiteX5" fmla="*/ 931002 w 7386223"/>
              <a:gd name="connsiteY5" fmla="*/ 7490188 h 7660765"/>
              <a:gd name="connsiteX6" fmla="*/ 0 w 7386223"/>
              <a:gd name="connsiteY6" fmla="*/ 4686300 h 7660765"/>
              <a:gd name="connsiteX7" fmla="*/ 4686300 w 7386223"/>
              <a:gd name="connsiteY7" fmla="*/ 0 h 7660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86223" h="7660765">
                <a:moveTo>
                  <a:pt x="4686300" y="0"/>
                </a:moveTo>
                <a:cubicBezTo>
                  <a:pt x="5656864" y="0"/>
                  <a:pt x="6558515" y="295049"/>
                  <a:pt x="7306455" y="800347"/>
                </a:cubicBezTo>
                <a:lnTo>
                  <a:pt x="7386223" y="857072"/>
                </a:lnTo>
                <a:lnTo>
                  <a:pt x="7386223" y="7660765"/>
                </a:lnTo>
                <a:lnTo>
                  <a:pt x="1065049" y="7660765"/>
                </a:lnTo>
                <a:lnTo>
                  <a:pt x="931002" y="7490188"/>
                </a:lnTo>
                <a:cubicBezTo>
                  <a:pt x="346273" y="6708313"/>
                  <a:pt x="0" y="5737745"/>
                  <a:pt x="0" y="4686300"/>
                </a:cubicBezTo>
                <a:cubicBezTo>
                  <a:pt x="0" y="2098128"/>
                  <a:pt x="2098128" y="0"/>
                  <a:pt x="4686300" y="0"/>
                </a:cubicBezTo>
                <a:close/>
              </a:path>
            </a:pathLst>
          </a:custGeom>
          <a:solidFill>
            <a:srgbClr val="F1C5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20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0539815-FD2F-8E13-FFDA-1637E30F53B5}"/>
              </a:ext>
            </a:extLst>
          </p:cNvPr>
          <p:cNvSpPr/>
          <p:nvPr/>
        </p:nvSpPr>
        <p:spPr>
          <a:xfrm>
            <a:off x="7926496" y="2409468"/>
            <a:ext cx="4265504" cy="4448532"/>
          </a:xfrm>
          <a:custGeom>
            <a:avLst/>
            <a:gdLst>
              <a:gd name="connsiteX0" fmla="*/ 3698333 w 6398256"/>
              <a:gd name="connsiteY0" fmla="*/ 0 h 6672798"/>
              <a:gd name="connsiteX1" fmla="*/ 6296894 w 6398256"/>
              <a:gd name="connsiteY1" fmla="*/ 3532064 h 6672798"/>
              <a:gd name="connsiteX2" fmla="*/ 6398256 w 6398256"/>
              <a:gd name="connsiteY2" fmla="*/ 3560847 h 6672798"/>
              <a:gd name="connsiteX3" fmla="*/ 6398256 w 6398256"/>
              <a:gd name="connsiteY3" fmla="*/ 3835820 h 6672798"/>
              <a:gd name="connsiteX4" fmla="*/ 6296894 w 6398256"/>
              <a:gd name="connsiteY4" fmla="*/ 3864603 h 6672798"/>
              <a:gd name="connsiteX5" fmla="*/ 3773470 w 6398256"/>
              <a:gd name="connsiteY5" fmla="*/ 6651323 h 6672798"/>
              <a:gd name="connsiteX6" fmla="*/ 3769635 w 6398256"/>
              <a:gd name="connsiteY6" fmla="*/ 6672798 h 6672798"/>
              <a:gd name="connsiteX7" fmla="*/ 3627031 w 6398256"/>
              <a:gd name="connsiteY7" fmla="*/ 6672798 h 6672798"/>
              <a:gd name="connsiteX8" fmla="*/ 3623196 w 6398256"/>
              <a:gd name="connsiteY8" fmla="*/ 6651323 h 6672798"/>
              <a:gd name="connsiteX9" fmla="*/ 0 w 6398256"/>
              <a:gd name="connsiteY9" fmla="*/ 3698333 h 6672798"/>
              <a:gd name="connsiteX10" fmla="*/ 3698333 w 6398256"/>
              <a:gd name="connsiteY10" fmla="*/ 0 h 6672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398256" h="6672798">
                <a:moveTo>
                  <a:pt x="3698333" y="0"/>
                </a:moveTo>
                <a:cubicBezTo>
                  <a:pt x="3698333" y="1659558"/>
                  <a:pt x="4791419" y="3063812"/>
                  <a:pt x="6296894" y="3532064"/>
                </a:cubicBezTo>
                <a:lnTo>
                  <a:pt x="6398256" y="3560847"/>
                </a:lnTo>
                <a:lnTo>
                  <a:pt x="6398256" y="3835820"/>
                </a:lnTo>
                <a:lnTo>
                  <a:pt x="6296894" y="3864603"/>
                </a:lnTo>
                <a:cubicBezTo>
                  <a:pt x="5023030" y="4260816"/>
                  <a:pt x="4044428" y="5327184"/>
                  <a:pt x="3773470" y="6651323"/>
                </a:cubicBezTo>
                <a:lnTo>
                  <a:pt x="3769635" y="6672798"/>
                </a:lnTo>
                <a:lnTo>
                  <a:pt x="3627031" y="6672798"/>
                </a:lnTo>
                <a:lnTo>
                  <a:pt x="3623196" y="6651323"/>
                </a:lnTo>
                <a:cubicBezTo>
                  <a:pt x="3278340" y="4966055"/>
                  <a:pt x="1787217" y="3698333"/>
                  <a:pt x="0" y="3698333"/>
                </a:cubicBezTo>
                <a:cubicBezTo>
                  <a:pt x="2042533" y="3698333"/>
                  <a:pt x="3698333" y="2042533"/>
                  <a:pt x="369833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20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B2F49933-218F-D045-F706-2EB6A2BB7B90}"/>
              </a:ext>
            </a:extLst>
          </p:cNvPr>
          <p:cNvSpPr/>
          <p:nvPr/>
        </p:nvSpPr>
        <p:spPr>
          <a:xfrm>
            <a:off x="0" y="5625018"/>
            <a:ext cx="3199032" cy="1232982"/>
          </a:xfrm>
          <a:custGeom>
            <a:avLst/>
            <a:gdLst>
              <a:gd name="connsiteX0" fmla="*/ 2040877 w 6522592"/>
              <a:gd name="connsiteY0" fmla="*/ 0 h 2513962"/>
              <a:gd name="connsiteX1" fmla="*/ 6323501 w 6522592"/>
              <a:gd name="connsiteY1" fmla="*/ 2211471 h 2513962"/>
              <a:gd name="connsiteX2" fmla="*/ 6522592 w 6522592"/>
              <a:gd name="connsiteY2" fmla="*/ 2513962 h 2513962"/>
              <a:gd name="connsiteX3" fmla="*/ 4779086 w 6522592"/>
              <a:gd name="connsiteY3" fmla="*/ 2513962 h 2513962"/>
              <a:gd name="connsiteX4" fmla="*/ 4709308 w 6522592"/>
              <a:gd name="connsiteY4" fmla="*/ 2443426 h 2513962"/>
              <a:gd name="connsiteX5" fmla="*/ 2040877 w 6522592"/>
              <a:gd name="connsiteY5" fmla="*/ 1377775 h 2513962"/>
              <a:gd name="connsiteX6" fmla="*/ 194430 w 6522592"/>
              <a:gd name="connsiteY6" fmla="*/ 1845313 h 2513962"/>
              <a:gd name="connsiteX7" fmla="*/ 0 w 6522592"/>
              <a:gd name="connsiteY7" fmla="*/ 1963431 h 2513962"/>
              <a:gd name="connsiteX8" fmla="*/ 0 w 6522592"/>
              <a:gd name="connsiteY8" fmla="*/ 411410 h 2513962"/>
              <a:gd name="connsiteX9" fmla="*/ 235236 w 6522592"/>
              <a:gd name="connsiteY9" fmla="*/ 318659 h 2513962"/>
              <a:gd name="connsiteX10" fmla="*/ 2040877 w 6522592"/>
              <a:gd name="connsiteY10" fmla="*/ 0 h 2513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522592" h="2513962">
                <a:moveTo>
                  <a:pt x="2040877" y="0"/>
                </a:moveTo>
                <a:cubicBezTo>
                  <a:pt x="3808261" y="0"/>
                  <a:pt x="5371726" y="873080"/>
                  <a:pt x="6323501" y="2211471"/>
                </a:cubicBezTo>
                <a:lnTo>
                  <a:pt x="6522592" y="2513962"/>
                </a:lnTo>
                <a:lnTo>
                  <a:pt x="4779086" y="2513962"/>
                </a:lnTo>
                <a:lnTo>
                  <a:pt x="4709308" y="2443426"/>
                </a:lnTo>
                <a:cubicBezTo>
                  <a:pt x="4014585" y="1783042"/>
                  <a:pt x="3075059" y="1377775"/>
                  <a:pt x="2040877" y="1377775"/>
                </a:cubicBezTo>
                <a:cubicBezTo>
                  <a:pt x="1372315" y="1377775"/>
                  <a:pt x="743310" y="1547143"/>
                  <a:pt x="194430" y="1845313"/>
                </a:cubicBezTo>
                <a:lnTo>
                  <a:pt x="0" y="1963431"/>
                </a:lnTo>
                <a:lnTo>
                  <a:pt x="0" y="411410"/>
                </a:lnTo>
                <a:lnTo>
                  <a:pt x="235236" y="318659"/>
                </a:lnTo>
                <a:cubicBezTo>
                  <a:pt x="798264" y="112507"/>
                  <a:pt x="1406432" y="0"/>
                  <a:pt x="204087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2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93610D6-966A-EFE1-4BF8-687F1017D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1333" y="-1"/>
            <a:ext cx="5680668" cy="685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E9E9E20-93B6-E8BA-12F4-42381CFA5E05}"/>
              </a:ext>
            </a:extLst>
          </p:cNvPr>
          <p:cNvSpPr txBox="1"/>
          <p:nvPr/>
        </p:nvSpPr>
        <p:spPr>
          <a:xfrm>
            <a:off x="143749" y="4053451"/>
            <a:ext cx="13310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</a:t>
            </a:r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</p:txBody>
      </p:sp>
      <p:sp>
        <p:nvSpPr>
          <p:cNvPr id="24" name="Rectangle 4">
            <a:extLst>
              <a:ext uri="{FF2B5EF4-FFF2-40B4-BE49-F238E27FC236}">
                <a16:creationId xmlns:a16="http://schemas.microsoft.com/office/drawing/2014/main" id="{B2A3FA2B-A2F8-1DF2-D2C3-5883ACAE5D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031" y="1413354"/>
            <a:ext cx="7031821" cy="2806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is mainly used to store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data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(data in rows and columns)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SQL is used to manage data in databases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in banks, colleges, websites, and mobile applications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to store, retrieve, update, and delete information easily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Chosen because it is simple, fast, reliable, and handles large data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A695C4-19A5-6A96-08C3-B146F2B48DF3}"/>
              </a:ext>
            </a:extLst>
          </p:cNvPr>
          <p:cNvSpPr txBox="1"/>
          <p:nvPr/>
        </p:nvSpPr>
        <p:spPr>
          <a:xfrm>
            <a:off x="837832" y="394655"/>
            <a:ext cx="834950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-</a:t>
            </a:r>
            <a:r>
              <a:rPr lang="en-US" altLang="en-US" sz="4000" dirty="0">
                <a:latin typeface="Arial" panose="020B0604020202020204" pitchFamily="34" charset="0"/>
              </a:rPr>
              <a:t> </a:t>
            </a: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Query Language 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5DC18F4-70BC-76A3-6DF6-CBB9C09614BF}"/>
              </a:ext>
            </a:extLst>
          </p:cNvPr>
          <p:cNvSpPr txBox="1"/>
          <p:nvPr/>
        </p:nvSpPr>
        <p:spPr>
          <a:xfrm>
            <a:off x="143749" y="4578960"/>
            <a:ext cx="694785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student details, bank accounts, and online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shopping data using SQL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4B40CA2-EF53-8F3E-16DD-9825C852B6A7}"/>
              </a:ext>
            </a:extLst>
          </p:cNvPr>
          <p:cNvSpPr/>
          <p:nvPr/>
        </p:nvSpPr>
        <p:spPr>
          <a:xfrm rot="16200000">
            <a:off x="10196289" y="4369394"/>
            <a:ext cx="662527" cy="3744227"/>
          </a:xfrm>
          <a:prstGeom prst="roundRect">
            <a:avLst>
              <a:gd name="adj" fmla="val 27739"/>
            </a:avLst>
          </a:prstGeom>
          <a:solidFill>
            <a:srgbClr val="0A1216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2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E8A3F5E-AFB5-7B57-AD0C-6746DCDF3431}"/>
              </a:ext>
            </a:extLst>
          </p:cNvPr>
          <p:cNvSpPr txBox="1"/>
          <p:nvPr/>
        </p:nvSpPr>
        <p:spPr>
          <a:xfrm>
            <a:off x="9415307" y="5910242"/>
            <a:ext cx="25120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Workflow</a:t>
            </a:r>
            <a:endParaRPr lang="en-IN" sz="3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33956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0E67A61A-8F38-4093-48ED-6AE96BDF842E}"/>
              </a:ext>
            </a:extLst>
          </p:cNvPr>
          <p:cNvSpPr/>
          <p:nvPr/>
        </p:nvSpPr>
        <p:spPr>
          <a:xfrm rot="10800000">
            <a:off x="-26514" y="5565058"/>
            <a:ext cx="1933608" cy="1292942"/>
          </a:xfrm>
          <a:custGeom>
            <a:avLst/>
            <a:gdLst>
              <a:gd name="connsiteX0" fmla="*/ 6485115 w 10202162"/>
              <a:gd name="connsiteY0" fmla="*/ 0 h 6635368"/>
              <a:gd name="connsiteX1" fmla="*/ 10202162 w 10202162"/>
              <a:gd name="connsiteY1" fmla="*/ 0 h 6635368"/>
              <a:gd name="connsiteX2" fmla="*/ 10202162 w 10202162"/>
              <a:gd name="connsiteY2" fmla="*/ 5676539 h 6635368"/>
              <a:gd name="connsiteX3" fmla="*/ 9949268 w 10202162"/>
              <a:gd name="connsiteY3" fmla="*/ 5821951 h 6635368"/>
              <a:gd name="connsiteX4" fmla="*/ 6736836 w 10202162"/>
              <a:gd name="connsiteY4" fmla="*/ 6635368 h 6635368"/>
              <a:gd name="connsiteX5" fmla="*/ 920933 w 10202162"/>
              <a:gd name="connsiteY5" fmla="*/ 3303287 h 6635368"/>
              <a:gd name="connsiteX6" fmla="*/ 902427 w 10202162"/>
              <a:gd name="connsiteY6" fmla="*/ 3270005 h 6635368"/>
              <a:gd name="connsiteX7" fmla="*/ 1132712 w 10202162"/>
              <a:gd name="connsiteY7" fmla="*/ 3295588 h 6635368"/>
              <a:gd name="connsiteX8" fmla="*/ 1603324 w 10202162"/>
              <a:gd name="connsiteY8" fmla="*/ 3316388 h 6635368"/>
              <a:gd name="connsiteX9" fmla="*/ 6442133 w 10202162"/>
              <a:gd name="connsiteY9" fmla="*/ 109010 h 6635368"/>
              <a:gd name="connsiteX10" fmla="*/ 0 w 10202162"/>
              <a:gd name="connsiteY10" fmla="*/ 0 h 6635368"/>
              <a:gd name="connsiteX11" fmla="*/ 4957456 w 10202162"/>
              <a:gd name="connsiteY11" fmla="*/ 0 h 6635368"/>
              <a:gd name="connsiteX12" fmla="*/ 4879315 w 10202162"/>
              <a:gd name="connsiteY12" fmla="*/ 133099 h 6635368"/>
              <a:gd name="connsiteX13" fmla="*/ 1603324 w 10202162"/>
              <a:gd name="connsiteY13" fmla="*/ 1938613 h 6635368"/>
              <a:gd name="connsiteX14" fmla="*/ 406031 w 10202162"/>
              <a:gd name="connsiteY14" fmla="*/ 1750039 h 6635368"/>
              <a:gd name="connsiteX15" fmla="*/ 241020 w 10202162"/>
              <a:gd name="connsiteY15" fmla="*/ 1690781 h 6635368"/>
              <a:gd name="connsiteX16" fmla="*/ 199278 w 10202162"/>
              <a:gd name="connsiteY16" fmla="*/ 1539773 h 6635368"/>
              <a:gd name="connsiteX17" fmla="*/ 6137 w 10202162"/>
              <a:gd name="connsiteY17" fmla="*/ 242711 h 6635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0202162" h="6635368">
                <a:moveTo>
                  <a:pt x="6485115" y="0"/>
                </a:moveTo>
                <a:lnTo>
                  <a:pt x="10202162" y="0"/>
                </a:lnTo>
                <a:lnTo>
                  <a:pt x="10202162" y="5676539"/>
                </a:lnTo>
                <a:lnTo>
                  <a:pt x="9949268" y="5821951"/>
                </a:lnTo>
                <a:cubicBezTo>
                  <a:pt x="8994330" y="6340704"/>
                  <a:pt x="7899994" y="6635368"/>
                  <a:pt x="6736836" y="6635368"/>
                </a:cubicBezTo>
                <a:cubicBezTo>
                  <a:pt x="4257855" y="6635368"/>
                  <a:pt x="2091483" y="5296936"/>
                  <a:pt x="920933" y="3303287"/>
                </a:cubicBezTo>
                <a:lnTo>
                  <a:pt x="902427" y="3270005"/>
                </a:lnTo>
                <a:lnTo>
                  <a:pt x="1132712" y="3295588"/>
                </a:lnTo>
                <a:cubicBezTo>
                  <a:pt x="1287744" y="3309356"/>
                  <a:pt x="1444713" y="3316388"/>
                  <a:pt x="1603324" y="3316388"/>
                </a:cubicBezTo>
                <a:cubicBezTo>
                  <a:pt x="3778566" y="3316388"/>
                  <a:pt x="5644912" y="1993852"/>
                  <a:pt x="6442133" y="109010"/>
                </a:cubicBezTo>
                <a:close/>
                <a:moveTo>
                  <a:pt x="0" y="0"/>
                </a:moveTo>
                <a:lnTo>
                  <a:pt x="4957456" y="0"/>
                </a:lnTo>
                <a:lnTo>
                  <a:pt x="4879315" y="133099"/>
                </a:lnTo>
                <a:cubicBezTo>
                  <a:pt x="4192866" y="1218139"/>
                  <a:pt x="2982233" y="1938613"/>
                  <a:pt x="1603324" y="1938613"/>
                </a:cubicBezTo>
                <a:cubicBezTo>
                  <a:pt x="1185473" y="1938613"/>
                  <a:pt x="783074" y="1872454"/>
                  <a:pt x="406031" y="1750039"/>
                </a:cubicBezTo>
                <a:lnTo>
                  <a:pt x="241020" y="1690781"/>
                </a:lnTo>
                <a:lnTo>
                  <a:pt x="199278" y="1539773"/>
                </a:lnTo>
                <a:cubicBezTo>
                  <a:pt x="94449" y="1121550"/>
                  <a:pt x="28700" y="687828"/>
                  <a:pt x="6137" y="242711"/>
                </a:cubicBezTo>
                <a:close/>
              </a:path>
            </a:pathLst>
          </a:custGeom>
          <a:solidFill>
            <a:srgbClr val="0A12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2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ADE7C7-F664-16D4-92E6-973BF2E815D7}"/>
              </a:ext>
            </a:extLst>
          </p:cNvPr>
          <p:cNvSpPr txBox="1"/>
          <p:nvPr/>
        </p:nvSpPr>
        <p:spPr>
          <a:xfrm>
            <a:off x="1611668" y="415498"/>
            <a:ext cx="78223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– Tool, Commands &amp; output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AA69A1-6B04-A099-79D6-0BA1C2B6FBBA}"/>
              </a:ext>
            </a:extLst>
          </p:cNvPr>
          <p:cNvSpPr txBox="1"/>
          <p:nvPr/>
        </p:nvSpPr>
        <p:spPr>
          <a:xfrm>
            <a:off x="570271" y="1222420"/>
            <a:ext cx="15633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 Used: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3DB96D74-A3FA-592F-155E-9411CFDE63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3396" y="1532338"/>
            <a:ext cx="286313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Oracle Database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SQLite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2C4AF7-FEEE-B4C5-3BBF-6E6018725C18}"/>
              </a:ext>
            </a:extLst>
          </p:cNvPr>
          <p:cNvSpPr txBox="1"/>
          <p:nvPr/>
        </p:nvSpPr>
        <p:spPr>
          <a:xfrm>
            <a:off x="570271" y="2851496"/>
            <a:ext cx="69415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SQL Syntax :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662BF7-A2A2-0097-8936-87B58482208B}"/>
              </a:ext>
            </a:extLst>
          </p:cNvPr>
          <p:cNvSpPr txBox="1"/>
          <p:nvPr/>
        </p:nvSpPr>
        <p:spPr>
          <a:xfrm>
            <a:off x="1351935" y="3280242"/>
            <a:ext cx="69415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* FROM table_name;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B0EB6C-811C-E49D-A726-F15CBCFE9FBE}"/>
              </a:ext>
            </a:extLst>
          </p:cNvPr>
          <p:cNvSpPr txBox="1"/>
          <p:nvPr/>
        </p:nvSpPr>
        <p:spPr>
          <a:xfrm>
            <a:off x="1351935" y="4078320"/>
            <a:ext cx="694157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– create a table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– add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– change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– remove data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5A424EA-2885-2215-EB86-090276A81A20}"/>
              </a:ext>
            </a:extLst>
          </p:cNvPr>
          <p:cNvSpPr txBox="1"/>
          <p:nvPr/>
        </p:nvSpPr>
        <p:spPr>
          <a:xfrm>
            <a:off x="570271" y="3708988"/>
            <a:ext cx="69415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Commands: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8D43AE4-54A7-6B76-19CB-0BC280C2D7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736"/>
          <a:stretch>
            <a:fillRect/>
          </a:stretch>
        </p:blipFill>
        <p:spPr>
          <a:xfrm>
            <a:off x="6158913" y="1222420"/>
            <a:ext cx="5832520" cy="5031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18096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PPT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F1C579"/>
      </a:accent1>
      <a:accent2>
        <a:srgbClr val="0A1216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649</TotalTime>
  <Words>129</Words>
  <Application>Microsoft Office PowerPoint</Application>
  <PresentationFormat>Widescreen</PresentationFormat>
  <Paragraphs>26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Arial</vt:lpstr>
      <vt:lpstr>Calibri</vt:lpstr>
      <vt:lpstr>Segoe UI</vt:lpstr>
      <vt:lpstr>Times New Roman</vt:lpstr>
      <vt:lpstr>1_Office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SlideEgg</dc:creator>
  <cp:lastModifiedBy>Selvakumari K</cp:lastModifiedBy>
  <cp:revision>10</cp:revision>
  <dcterms:created xsi:type="dcterms:W3CDTF">2026-01-06T03:31:16Z</dcterms:created>
  <dcterms:modified xsi:type="dcterms:W3CDTF">2026-02-11T05:47:59Z</dcterms:modified>
</cp:coreProperties>
</file>