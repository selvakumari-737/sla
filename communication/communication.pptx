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4"/>
  </p:notesMasterIdLst>
  <p:handoutMasterIdLst>
    <p:handoutMasterId r:id="rId15"/>
  </p:handoutMasterIdLst>
  <p:sldIdLst>
    <p:sldId id="315" r:id="rId2"/>
    <p:sldId id="258" r:id="rId3"/>
    <p:sldId id="278" r:id="rId4"/>
    <p:sldId id="263" r:id="rId5"/>
    <p:sldId id="271" r:id="rId6"/>
    <p:sldId id="269" r:id="rId7"/>
    <p:sldId id="259" r:id="rId8"/>
    <p:sldId id="272" r:id="rId9"/>
    <p:sldId id="281" r:id="rId10"/>
    <p:sldId id="257" r:id="rId11"/>
    <p:sldId id="317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216"/>
    <a:srgbClr val="F1C579"/>
    <a:srgbClr val="0073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120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3EB922-E594-01E2-8005-69266460A3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55749C-B030-9D2A-CE1C-172F0A9828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3ACA9F-8885-4341-89C2-4F4EB40C4B2B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C81682-F995-5BB6-3D42-F7BC11A336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B4DEA-14DA-0445-DCD2-E55FA1CFCA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A684A7-A7C8-48CF-A292-73458C176D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0505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3E83E-D528-4E65-8CFB-192E8609DBD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09BE3-FE8E-4AD5-8D21-835B28621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946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109BE3-FE8E-4AD5-8D21-835B2862189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891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109BE3-FE8E-4AD5-8D21-835B2862189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772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149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AE3544A4-BAE0-0428-F097-9BC368755D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80262" y="203200"/>
            <a:ext cx="3957689" cy="6654800"/>
          </a:xfrm>
          <a:prstGeom prst="rect">
            <a:avLst/>
          </a:prstGeom>
          <a:noFill/>
        </p:spPr>
        <p:txBody>
          <a:bodyPr/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9931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3779E84B-4E19-A55B-9152-F0A5570321D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56400" y="0"/>
            <a:ext cx="5435600" cy="6858000"/>
          </a:xfrm>
          <a:prstGeom prst="rect">
            <a:avLst/>
          </a:pr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/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9175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F36D3A-229B-4B31-288D-E02A38B112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4048" y="952500"/>
            <a:ext cx="4591052" cy="5905500"/>
          </a:xfrm>
          <a:custGeom>
            <a:avLst/>
            <a:gdLst>
              <a:gd name="connsiteX0" fmla="*/ 790599 w 7143750"/>
              <a:gd name="connsiteY0" fmla="*/ 0 h 8858250"/>
              <a:gd name="connsiteX1" fmla="*/ 6353151 w 7143750"/>
              <a:gd name="connsiteY1" fmla="*/ 0 h 8858250"/>
              <a:gd name="connsiteX2" fmla="*/ 7143750 w 7143750"/>
              <a:gd name="connsiteY2" fmla="*/ 790599 h 8858250"/>
              <a:gd name="connsiteX3" fmla="*/ 7143750 w 7143750"/>
              <a:gd name="connsiteY3" fmla="*/ 8858250 h 8858250"/>
              <a:gd name="connsiteX4" fmla="*/ 0 w 7143750"/>
              <a:gd name="connsiteY4" fmla="*/ 8858250 h 8858250"/>
              <a:gd name="connsiteX5" fmla="*/ 0 w 7143750"/>
              <a:gd name="connsiteY5" fmla="*/ 790599 h 8858250"/>
              <a:gd name="connsiteX6" fmla="*/ 790599 w 7143750"/>
              <a:gd name="connsiteY6" fmla="*/ 0 h 885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43750" h="8858250">
                <a:moveTo>
                  <a:pt x="790599" y="0"/>
                </a:moveTo>
                <a:lnTo>
                  <a:pt x="6353151" y="0"/>
                </a:lnTo>
                <a:cubicBezTo>
                  <a:pt x="6789787" y="0"/>
                  <a:pt x="7143750" y="353963"/>
                  <a:pt x="7143750" y="790599"/>
                </a:cubicBezTo>
                <a:lnTo>
                  <a:pt x="7143750" y="8858250"/>
                </a:lnTo>
                <a:lnTo>
                  <a:pt x="0" y="8858250"/>
                </a:lnTo>
                <a:lnTo>
                  <a:pt x="0" y="790599"/>
                </a:lnTo>
                <a:cubicBezTo>
                  <a:pt x="0" y="353963"/>
                  <a:pt x="353963" y="0"/>
                  <a:pt x="790599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5736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3779E84B-4E19-A55B-9152-F0A5570321D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18000" y="0"/>
            <a:ext cx="3987800" cy="6858000"/>
          </a:xfrm>
          <a:prstGeom prst="rect">
            <a:avLst/>
          </a:pr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/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19270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4BCC5D6-1DDF-31C0-1699-5F8FCAE4734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96784" y="2660316"/>
            <a:ext cx="1537369" cy="1537368"/>
          </a:xfrm>
          <a:custGeom>
            <a:avLst/>
            <a:gdLst>
              <a:gd name="connsiteX0" fmla="*/ 1153027 w 2306053"/>
              <a:gd name="connsiteY0" fmla="*/ 0 h 2306052"/>
              <a:gd name="connsiteX1" fmla="*/ 1365995 w 2306053"/>
              <a:gd name="connsiteY1" fmla="*/ 88214 h 2306052"/>
              <a:gd name="connsiteX2" fmla="*/ 2217839 w 2306053"/>
              <a:gd name="connsiteY2" fmla="*/ 940058 h 2306052"/>
              <a:gd name="connsiteX3" fmla="*/ 2217839 w 2306053"/>
              <a:gd name="connsiteY3" fmla="*/ 1365994 h 2306052"/>
              <a:gd name="connsiteX4" fmla="*/ 1365995 w 2306053"/>
              <a:gd name="connsiteY4" fmla="*/ 2217838 h 2306052"/>
              <a:gd name="connsiteX5" fmla="*/ 940059 w 2306053"/>
              <a:gd name="connsiteY5" fmla="*/ 2217838 h 2306052"/>
              <a:gd name="connsiteX6" fmla="*/ 88215 w 2306053"/>
              <a:gd name="connsiteY6" fmla="*/ 1365994 h 2306052"/>
              <a:gd name="connsiteX7" fmla="*/ 88215 w 2306053"/>
              <a:gd name="connsiteY7" fmla="*/ 940058 h 2306052"/>
              <a:gd name="connsiteX8" fmla="*/ 940059 w 2306053"/>
              <a:gd name="connsiteY8" fmla="*/ 88214 h 2306052"/>
              <a:gd name="connsiteX9" fmla="*/ 1153027 w 2306053"/>
              <a:gd name="connsiteY9" fmla="*/ 0 h 2306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06053" h="2306052">
                <a:moveTo>
                  <a:pt x="1153027" y="0"/>
                </a:moveTo>
                <a:cubicBezTo>
                  <a:pt x="1230106" y="0"/>
                  <a:pt x="1307185" y="29405"/>
                  <a:pt x="1365995" y="88214"/>
                </a:cubicBezTo>
                <a:lnTo>
                  <a:pt x="2217839" y="940058"/>
                </a:lnTo>
                <a:cubicBezTo>
                  <a:pt x="2335458" y="1057677"/>
                  <a:pt x="2335458" y="1248375"/>
                  <a:pt x="2217839" y="1365994"/>
                </a:cubicBezTo>
                <a:lnTo>
                  <a:pt x="1365995" y="2217838"/>
                </a:lnTo>
                <a:cubicBezTo>
                  <a:pt x="1248376" y="2335457"/>
                  <a:pt x="1057678" y="2335457"/>
                  <a:pt x="940059" y="2217838"/>
                </a:cubicBezTo>
                <a:lnTo>
                  <a:pt x="88215" y="1365994"/>
                </a:lnTo>
                <a:cubicBezTo>
                  <a:pt x="-29404" y="1248375"/>
                  <a:pt x="-29404" y="1057677"/>
                  <a:pt x="88215" y="940058"/>
                </a:cubicBezTo>
                <a:lnTo>
                  <a:pt x="940059" y="88214"/>
                </a:lnTo>
                <a:cubicBezTo>
                  <a:pt x="998869" y="29405"/>
                  <a:pt x="1075948" y="0"/>
                  <a:pt x="1153027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6DCFB4C-E937-EA51-E146-9C7221CE070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96783" y="4502675"/>
            <a:ext cx="1537369" cy="1537368"/>
          </a:xfrm>
          <a:custGeom>
            <a:avLst/>
            <a:gdLst>
              <a:gd name="connsiteX0" fmla="*/ 1153027 w 2306053"/>
              <a:gd name="connsiteY0" fmla="*/ 0 h 2306052"/>
              <a:gd name="connsiteX1" fmla="*/ 1365995 w 2306053"/>
              <a:gd name="connsiteY1" fmla="*/ 88214 h 2306052"/>
              <a:gd name="connsiteX2" fmla="*/ 2217839 w 2306053"/>
              <a:gd name="connsiteY2" fmla="*/ 940058 h 2306052"/>
              <a:gd name="connsiteX3" fmla="*/ 2217839 w 2306053"/>
              <a:gd name="connsiteY3" fmla="*/ 1365994 h 2306052"/>
              <a:gd name="connsiteX4" fmla="*/ 1365995 w 2306053"/>
              <a:gd name="connsiteY4" fmla="*/ 2217838 h 2306052"/>
              <a:gd name="connsiteX5" fmla="*/ 940059 w 2306053"/>
              <a:gd name="connsiteY5" fmla="*/ 2217838 h 2306052"/>
              <a:gd name="connsiteX6" fmla="*/ 88215 w 2306053"/>
              <a:gd name="connsiteY6" fmla="*/ 1365994 h 2306052"/>
              <a:gd name="connsiteX7" fmla="*/ 88215 w 2306053"/>
              <a:gd name="connsiteY7" fmla="*/ 940058 h 2306052"/>
              <a:gd name="connsiteX8" fmla="*/ 940059 w 2306053"/>
              <a:gd name="connsiteY8" fmla="*/ 88214 h 2306052"/>
              <a:gd name="connsiteX9" fmla="*/ 1153027 w 2306053"/>
              <a:gd name="connsiteY9" fmla="*/ 0 h 2306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06053" h="2306052">
                <a:moveTo>
                  <a:pt x="1153027" y="0"/>
                </a:moveTo>
                <a:cubicBezTo>
                  <a:pt x="1230106" y="0"/>
                  <a:pt x="1307185" y="29405"/>
                  <a:pt x="1365995" y="88214"/>
                </a:cubicBezTo>
                <a:lnTo>
                  <a:pt x="2217839" y="940058"/>
                </a:lnTo>
                <a:cubicBezTo>
                  <a:pt x="2335458" y="1057677"/>
                  <a:pt x="2335458" y="1248375"/>
                  <a:pt x="2217839" y="1365994"/>
                </a:cubicBezTo>
                <a:lnTo>
                  <a:pt x="1365995" y="2217838"/>
                </a:lnTo>
                <a:cubicBezTo>
                  <a:pt x="1248376" y="2335457"/>
                  <a:pt x="1057678" y="2335457"/>
                  <a:pt x="940059" y="2217838"/>
                </a:cubicBezTo>
                <a:lnTo>
                  <a:pt x="88215" y="1365994"/>
                </a:lnTo>
                <a:cubicBezTo>
                  <a:pt x="-29404" y="1248375"/>
                  <a:pt x="-29404" y="1057677"/>
                  <a:pt x="88215" y="940058"/>
                </a:cubicBezTo>
                <a:lnTo>
                  <a:pt x="940059" y="88214"/>
                </a:lnTo>
                <a:cubicBezTo>
                  <a:pt x="998869" y="29405"/>
                  <a:pt x="1075948" y="0"/>
                  <a:pt x="1153027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48525C6-644E-441F-471B-08090B8D79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96785" y="817957"/>
            <a:ext cx="1537369" cy="1537368"/>
          </a:xfrm>
          <a:custGeom>
            <a:avLst/>
            <a:gdLst>
              <a:gd name="connsiteX0" fmla="*/ 1153027 w 2306053"/>
              <a:gd name="connsiteY0" fmla="*/ 0 h 2306052"/>
              <a:gd name="connsiteX1" fmla="*/ 1365995 w 2306053"/>
              <a:gd name="connsiteY1" fmla="*/ 88214 h 2306052"/>
              <a:gd name="connsiteX2" fmla="*/ 2217839 w 2306053"/>
              <a:gd name="connsiteY2" fmla="*/ 940058 h 2306052"/>
              <a:gd name="connsiteX3" fmla="*/ 2217839 w 2306053"/>
              <a:gd name="connsiteY3" fmla="*/ 1365994 h 2306052"/>
              <a:gd name="connsiteX4" fmla="*/ 1365995 w 2306053"/>
              <a:gd name="connsiteY4" fmla="*/ 2217838 h 2306052"/>
              <a:gd name="connsiteX5" fmla="*/ 940059 w 2306053"/>
              <a:gd name="connsiteY5" fmla="*/ 2217838 h 2306052"/>
              <a:gd name="connsiteX6" fmla="*/ 88215 w 2306053"/>
              <a:gd name="connsiteY6" fmla="*/ 1365994 h 2306052"/>
              <a:gd name="connsiteX7" fmla="*/ 88215 w 2306053"/>
              <a:gd name="connsiteY7" fmla="*/ 940058 h 2306052"/>
              <a:gd name="connsiteX8" fmla="*/ 940059 w 2306053"/>
              <a:gd name="connsiteY8" fmla="*/ 88214 h 2306052"/>
              <a:gd name="connsiteX9" fmla="*/ 1153027 w 2306053"/>
              <a:gd name="connsiteY9" fmla="*/ 0 h 2306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06053" h="2306052">
                <a:moveTo>
                  <a:pt x="1153027" y="0"/>
                </a:moveTo>
                <a:cubicBezTo>
                  <a:pt x="1230106" y="0"/>
                  <a:pt x="1307185" y="29405"/>
                  <a:pt x="1365995" y="88214"/>
                </a:cubicBezTo>
                <a:lnTo>
                  <a:pt x="2217839" y="940058"/>
                </a:lnTo>
                <a:cubicBezTo>
                  <a:pt x="2335458" y="1057677"/>
                  <a:pt x="2335458" y="1248375"/>
                  <a:pt x="2217839" y="1365994"/>
                </a:cubicBezTo>
                <a:lnTo>
                  <a:pt x="1365995" y="2217838"/>
                </a:lnTo>
                <a:cubicBezTo>
                  <a:pt x="1248376" y="2335457"/>
                  <a:pt x="1057678" y="2335457"/>
                  <a:pt x="940059" y="2217838"/>
                </a:cubicBezTo>
                <a:lnTo>
                  <a:pt x="88215" y="1365994"/>
                </a:lnTo>
                <a:cubicBezTo>
                  <a:pt x="-29404" y="1248375"/>
                  <a:pt x="-29404" y="1057677"/>
                  <a:pt x="88215" y="940058"/>
                </a:cubicBezTo>
                <a:lnTo>
                  <a:pt x="940059" y="88214"/>
                </a:lnTo>
                <a:cubicBezTo>
                  <a:pt x="998869" y="29405"/>
                  <a:pt x="1075948" y="0"/>
                  <a:pt x="1153027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6476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953B23F-EC70-85E8-F9A4-2DC8EC81A4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2149" y="983872"/>
            <a:ext cx="2844799" cy="4890259"/>
          </a:xfrm>
          <a:custGeom>
            <a:avLst/>
            <a:gdLst>
              <a:gd name="connsiteX0" fmla="*/ 440290 w 4267199"/>
              <a:gd name="connsiteY0" fmla="*/ 0 h 7335389"/>
              <a:gd name="connsiteX1" fmla="*/ 3826909 w 4267199"/>
              <a:gd name="connsiteY1" fmla="*/ 0 h 7335389"/>
              <a:gd name="connsiteX2" fmla="*/ 4267199 w 4267199"/>
              <a:gd name="connsiteY2" fmla="*/ 440290 h 7335389"/>
              <a:gd name="connsiteX3" fmla="*/ 4267199 w 4267199"/>
              <a:gd name="connsiteY3" fmla="*/ 6895099 h 7335389"/>
              <a:gd name="connsiteX4" fmla="*/ 3826909 w 4267199"/>
              <a:gd name="connsiteY4" fmla="*/ 7335389 h 7335389"/>
              <a:gd name="connsiteX5" fmla="*/ 440290 w 4267199"/>
              <a:gd name="connsiteY5" fmla="*/ 7335389 h 7335389"/>
              <a:gd name="connsiteX6" fmla="*/ 0 w 4267199"/>
              <a:gd name="connsiteY6" fmla="*/ 6895099 h 7335389"/>
              <a:gd name="connsiteX7" fmla="*/ 0 w 4267199"/>
              <a:gd name="connsiteY7" fmla="*/ 440290 h 7335389"/>
              <a:gd name="connsiteX8" fmla="*/ 440290 w 4267199"/>
              <a:gd name="connsiteY8" fmla="*/ 0 h 7335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199" h="7335389">
                <a:moveTo>
                  <a:pt x="440290" y="0"/>
                </a:moveTo>
                <a:lnTo>
                  <a:pt x="3826909" y="0"/>
                </a:lnTo>
                <a:cubicBezTo>
                  <a:pt x="4070074" y="0"/>
                  <a:pt x="4267199" y="197125"/>
                  <a:pt x="4267199" y="440290"/>
                </a:cubicBezTo>
                <a:lnTo>
                  <a:pt x="4267199" y="6895099"/>
                </a:lnTo>
                <a:cubicBezTo>
                  <a:pt x="4267199" y="7138264"/>
                  <a:pt x="4070074" y="7335389"/>
                  <a:pt x="3826909" y="7335389"/>
                </a:cubicBezTo>
                <a:lnTo>
                  <a:pt x="440290" y="7335389"/>
                </a:lnTo>
                <a:cubicBezTo>
                  <a:pt x="197125" y="7335389"/>
                  <a:pt x="0" y="7138264"/>
                  <a:pt x="0" y="6895099"/>
                </a:cubicBezTo>
                <a:lnTo>
                  <a:pt x="0" y="440290"/>
                </a:lnTo>
                <a:cubicBezTo>
                  <a:pt x="0" y="197125"/>
                  <a:pt x="197125" y="0"/>
                  <a:pt x="440290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FB11F23-6614-DC6D-8A93-5609786125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25849" y="1917700"/>
            <a:ext cx="1987551" cy="3956429"/>
          </a:xfrm>
          <a:custGeom>
            <a:avLst/>
            <a:gdLst>
              <a:gd name="connsiteX0" fmla="*/ 307613 w 2981327"/>
              <a:gd name="connsiteY0" fmla="*/ 0 h 5934643"/>
              <a:gd name="connsiteX1" fmla="*/ 2673714 w 2981327"/>
              <a:gd name="connsiteY1" fmla="*/ 0 h 5934643"/>
              <a:gd name="connsiteX2" fmla="*/ 2981327 w 2981327"/>
              <a:gd name="connsiteY2" fmla="*/ 307613 h 5934643"/>
              <a:gd name="connsiteX3" fmla="*/ 2981327 w 2981327"/>
              <a:gd name="connsiteY3" fmla="*/ 5627030 h 5934643"/>
              <a:gd name="connsiteX4" fmla="*/ 2673714 w 2981327"/>
              <a:gd name="connsiteY4" fmla="*/ 5934643 h 5934643"/>
              <a:gd name="connsiteX5" fmla="*/ 307613 w 2981327"/>
              <a:gd name="connsiteY5" fmla="*/ 5934643 h 5934643"/>
              <a:gd name="connsiteX6" fmla="*/ 0 w 2981327"/>
              <a:gd name="connsiteY6" fmla="*/ 5627030 h 5934643"/>
              <a:gd name="connsiteX7" fmla="*/ 0 w 2981327"/>
              <a:gd name="connsiteY7" fmla="*/ 307613 h 5934643"/>
              <a:gd name="connsiteX8" fmla="*/ 307613 w 2981327"/>
              <a:gd name="connsiteY8" fmla="*/ 0 h 5934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81327" h="5934643">
                <a:moveTo>
                  <a:pt x="307613" y="0"/>
                </a:moveTo>
                <a:lnTo>
                  <a:pt x="2673714" y="0"/>
                </a:lnTo>
                <a:cubicBezTo>
                  <a:pt x="2843604" y="0"/>
                  <a:pt x="2981327" y="137723"/>
                  <a:pt x="2981327" y="307613"/>
                </a:cubicBezTo>
                <a:lnTo>
                  <a:pt x="2981327" y="5627030"/>
                </a:lnTo>
                <a:cubicBezTo>
                  <a:pt x="2981327" y="5796920"/>
                  <a:pt x="2843604" y="5934643"/>
                  <a:pt x="2673714" y="5934643"/>
                </a:cubicBezTo>
                <a:lnTo>
                  <a:pt x="307613" y="5934643"/>
                </a:lnTo>
                <a:cubicBezTo>
                  <a:pt x="137723" y="5934643"/>
                  <a:pt x="0" y="5796920"/>
                  <a:pt x="0" y="5627030"/>
                </a:cubicBezTo>
                <a:lnTo>
                  <a:pt x="0" y="307613"/>
                </a:lnTo>
                <a:cubicBezTo>
                  <a:pt x="0" y="137723"/>
                  <a:pt x="137723" y="0"/>
                  <a:pt x="307613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9537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986FE62-E6BE-6373-1D49-E50E03679A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48399" y="3251311"/>
            <a:ext cx="4851401" cy="2514600"/>
          </a:xfrm>
          <a:custGeom>
            <a:avLst/>
            <a:gdLst>
              <a:gd name="connsiteX0" fmla="*/ 0 w 7277102"/>
              <a:gd name="connsiteY0" fmla="*/ 0 h 3771900"/>
              <a:gd name="connsiteX1" fmla="*/ 7277102 w 7277102"/>
              <a:gd name="connsiteY1" fmla="*/ 0 h 3771900"/>
              <a:gd name="connsiteX2" fmla="*/ 7277102 w 7277102"/>
              <a:gd name="connsiteY2" fmla="*/ 3771900 h 3771900"/>
              <a:gd name="connsiteX3" fmla="*/ 0 w 7277102"/>
              <a:gd name="connsiteY3" fmla="*/ 3771900 h 377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77102" h="3771900">
                <a:moveTo>
                  <a:pt x="0" y="0"/>
                </a:moveTo>
                <a:lnTo>
                  <a:pt x="7277102" y="0"/>
                </a:lnTo>
                <a:lnTo>
                  <a:pt x="7277102" y="3771900"/>
                </a:lnTo>
                <a:lnTo>
                  <a:pt x="0" y="3771900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4730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DAD9E39-5A8E-FE59-DB91-8C83A1BF55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918200" cy="3381799"/>
          </a:xfrm>
          <a:custGeom>
            <a:avLst/>
            <a:gdLst>
              <a:gd name="connsiteX0" fmla="*/ 0 w 8877300"/>
              <a:gd name="connsiteY0" fmla="*/ 0 h 5072698"/>
              <a:gd name="connsiteX1" fmla="*/ 8877300 w 8877300"/>
              <a:gd name="connsiteY1" fmla="*/ 0 h 5072698"/>
              <a:gd name="connsiteX2" fmla="*/ 8877300 w 8877300"/>
              <a:gd name="connsiteY2" fmla="*/ 4226107 h 5072698"/>
              <a:gd name="connsiteX3" fmla="*/ 8030709 w 8877300"/>
              <a:gd name="connsiteY3" fmla="*/ 5072698 h 5072698"/>
              <a:gd name="connsiteX4" fmla="*/ 0 w 8877300"/>
              <a:gd name="connsiteY4" fmla="*/ 5072698 h 5072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7300" h="5072698">
                <a:moveTo>
                  <a:pt x="0" y="0"/>
                </a:moveTo>
                <a:lnTo>
                  <a:pt x="8877300" y="0"/>
                </a:lnTo>
                <a:lnTo>
                  <a:pt x="8877300" y="4226107"/>
                </a:lnTo>
                <a:cubicBezTo>
                  <a:pt x="8877300" y="4693666"/>
                  <a:pt x="8498268" y="5072698"/>
                  <a:pt x="8030709" y="5072698"/>
                </a:cubicBezTo>
                <a:lnTo>
                  <a:pt x="0" y="5072698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2927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75DB0EF9-8EB4-113A-5402-8AA34D2950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978400" cy="6858000"/>
          </a:xfrm>
          <a:prstGeom prst="rect">
            <a:avLst/>
          </a:pr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/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33394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0952A81-7CE2-D7F8-54A5-0E699B183F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12760" y="2639402"/>
            <a:ext cx="1279453" cy="1279453"/>
          </a:xfrm>
          <a:custGeom>
            <a:avLst/>
            <a:gdLst>
              <a:gd name="connsiteX0" fmla="*/ 959590 w 1919180"/>
              <a:gd name="connsiteY0" fmla="*/ 0 h 1919180"/>
              <a:gd name="connsiteX1" fmla="*/ 1919180 w 1919180"/>
              <a:gd name="connsiteY1" fmla="*/ 959590 h 1919180"/>
              <a:gd name="connsiteX2" fmla="*/ 959590 w 1919180"/>
              <a:gd name="connsiteY2" fmla="*/ 1919180 h 1919180"/>
              <a:gd name="connsiteX3" fmla="*/ 0 w 1919180"/>
              <a:gd name="connsiteY3" fmla="*/ 959590 h 1919180"/>
              <a:gd name="connsiteX4" fmla="*/ 959590 w 1919180"/>
              <a:gd name="connsiteY4" fmla="*/ 0 h 191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180" h="1919180">
                <a:moveTo>
                  <a:pt x="959590" y="0"/>
                </a:moveTo>
                <a:cubicBezTo>
                  <a:pt x="1489557" y="0"/>
                  <a:pt x="1919180" y="429623"/>
                  <a:pt x="1919180" y="959590"/>
                </a:cubicBezTo>
                <a:cubicBezTo>
                  <a:pt x="1919180" y="1489557"/>
                  <a:pt x="1489557" y="1919180"/>
                  <a:pt x="959590" y="1919180"/>
                </a:cubicBezTo>
                <a:cubicBezTo>
                  <a:pt x="429623" y="1919180"/>
                  <a:pt x="0" y="1489557"/>
                  <a:pt x="0" y="959590"/>
                </a:cubicBezTo>
                <a:cubicBezTo>
                  <a:pt x="0" y="429623"/>
                  <a:pt x="429623" y="0"/>
                  <a:pt x="959590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48A3A85-45D2-EC20-24E2-2DC6B980FF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69593" y="2639402"/>
            <a:ext cx="1279453" cy="1279453"/>
          </a:xfrm>
          <a:custGeom>
            <a:avLst/>
            <a:gdLst>
              <a:gd name="connsiteX0" fmla="*/ 959590 w 1919180"/>
              <a:gd name="connsiteY0" fmla="*/ 0 h 1919180"/>
              <a:gd name="connsiteX1" fmla="*/ 1919180 w 1919180"/>
              <a:gd name="connsiteY1" fmla="*/ 959590 h 1919180"/>
              <a:gd name="connsiteX2" fmla="*/ 959590 w 1919180"/>
              <a:gd name="connsiteY2" fmla="*/ 1919180 h 1919180"/>
              <a:gd name="connsiteX3" fmla="*/ 0 w 1919180"/>
              <a:gd name="connsiteY3" fmla="*/ 959590 h 1919180"/>
              <a:gd name="connsiteX4" fmla="*/ 959590 w 1919180"/>
              <a:gd name="connsiteY4" fmla="*/ 0 h 191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180" h="1919180">
                <a:moveTo>
                  <a:pt x="959590" y="0"/>
                </a:moveTo>
                <a:cubicBezTo>
                  <a:pt x="1489557" y="0"/>
                  <a:pt x="1919180" y="429623"/>
                  <a:pt x="1919180" y="959590"/>
                </a:cubicBezTo>
                <a:cubicBezTo>
                  <a:pt x="1919180" y="1489557"/>
                  <a:pt x="1489557" y="1919180"/>
                  <a:pt x="959590" y="1919180"/>
                </a:cubicBezTo>
                <a:cubicBezTo>
                  <a:pt x="429623" y="1919180"/>
                  <a:pt x="0" y="1489557"/>
                  <a:pt x="0" y="959590"/>
                </a:cubicBezTo>
                <a:cubicBezTo>
                  <a:pt x="0" y="429623"/>
                  <a:pt x="429623" y="0"/>
                  <a:pt x="959590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D7239FB-6416-9EC8-81E1-024B7778980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26426" y="2639402"/>
            <a:ext cx="1279453" cy="1279453"/>
          </a:xfrm>
          <a:custGeom>
            <a:avLst/>
            <a:gdLst>
              <a:gd name="connsiteX0" fmla="*/ 959590 w 1919180"/>
              <a:gd name="connsiteY0" fmla="*/ 0 h 1919180"/>
              <a:gd name="connsiteX1" fmla="*/ 1919180 w 1919180"/>
              <a:gd name="connsiteY1" fmla="*/ 959590 h 1919180"/>
              <a:gd name="connsiteX2" fmla="*/ 959590 w 1919180"/>
              <a:gd name="connsiteY2" fmla="*/ 1919180 h 1919180"/>
              <a:gd name="connsiteX3" fmla="*/ 0 w 1919180"/>
              <a:gd name="connsiteY3" fmla="*/ 959590 h 1919180"/>
              <a:gd name="connsiteX4" fmla="*/ 959590 w 1919180"/>
              <a:gd name="connsiteY4" fmla="*/ 0 h 191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180" h="1919180">
                <a:moveTo>
                  <a:pt x="959590" y="0"/>
                </a:moveTo>
                <a:cubicBezTo>
                  <a:pt x="1489557" y="0"/>
                  <a:pt x="1919180" y="429623"/>
                  <a:pt x="1919180" y="959590"/>
                </a:cubicBezTo>
                <a:cubicBezTo>
                  <a:pt x="1919180" y="1489557"/>
                  <a:pt x="1489557" y="1919180"/>
                  <a:pt x="959590" y="1919180"/>
                </a:cubicBezTo>
                <a:cubicBezTo>
                  <a:pt x="429623" y="1919180"/>
                  <a:pt x="0" y="1489557"/>
                  <a:pt x="0" y="959590"/>
                </a:cubicBezTo>
                <a:cubicBezTo>
                  <a:pt x="0" y="429623"/>
                  <a:pt x="429623" y="0"/>
                  <a:pt x="959590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1817A7B-7F5A-538D-9C8B-7A3B6B7BC4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83260" y="2639402"/>
            <a:ext cx="1279453" cy="1279453"/>
          </a:xfrm>
          <a:custGeom>
            <a:avLst/>
            <a:gdLst>
              <a:gd name="connsiteX0" fmla="*/ 959590 w 1919180"/>
              <a:gd name="connsiteY0" fmla="*/ 0 h 1919180"/>
              <a:gd name="connsiteX1" fmla="*/ 1919180 w 1919180"/>
              <a:gd name="connsiteY1" fmla="*/ 959590 h 1919180"/>
              <a:gd name="connsiteX2" fmla="*/ 959590 w 1919180"/>
              <a:gd name="connsiteY2" fmla="*/ 1919180 h 1919180"/>
              <a:gd name="connsiteX3" fmla="*/ 0 w 1919180"/>
              <a:gd name="connsiteY3" fmla="*/ 959590 h 1919180"/>
              <a:gd name="connsiteX4" fmla="*/ 959590 w 1919180"/>
              <a:gd name="connsiteY4" fmla="*/ 0 h 191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180" h="1919180">
                <a:moveTo>
                  <a:pt x="959590" y="0"/>
                </a:moveTo>
                <a:cubicBezTo>
                  <a:pt x="1489557" y="0"/>
                  <a:pt x="1919180" y="429623"/>
                  <a:pt x="1919180" y="959590"/>
                </a:cubicBezTo>
                <a:cubicBezTo>
                  <a:pt x="1919180" y="1489557"/>
                  <a:pt x="1489557" y="1919180"/>
                  <a:pt x="959590" y="1919180"/>
                </a:cubicBezTo>
                <a:cubicBezTo>
                  <a:pt x="429623" y="1919180"/>
                  <a:pt x="0" y="1489557"/>
                  <a:pt x="0" y="959590"/>
                </a:cubicBezTo>
                <a:cubicBezTo>
                  <a:pt x="0" y="429623"/>
                  <a:pt x="429623" y="0"/>
                  <a:pt x="959590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E99F28B1-23FE-D64F-3D70-7EF1EF967090}"/>
              </a:ext>
            </a:extLst>
          </p:cNvPr>
          <p:cNvSpPr/>
          <p:nvPr userDrawn="1"/>
        </p:nvSpPr>
        <p:spPr>
          <a:xfrm>
            <a:off x="2565750" y="5718158"/>
            <a:ext cx="7060500" cy="113984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73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</p:spTree>
    <p:extLst>
      <p:ext uri="{BB962C8B-B14F-4D97-AF65-F5344CB8AC3E}">
        <p14:creationId xmlns:p14="http://schemas.microsoft.com/office/powerpoint/2010/main" val="521700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66A6270-A22C-121B-9AFD-811CB1E5452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6798" y="1055527"/>
            <a:ext cx="2190564" cy="2190564"/>
          </a:xfrm>
          <a:custGeom>
            <a:avLst/>
            <a:gdLst>
              <a:gd name="connsiteX0" fmla="*/ 1642923 w 3285846"/>
              <a:gd name="connsiteY0" fmla="*/ 0 h 3285846"/>
              <a:gd name="connsiteX1" fmla="*/ 3285846 w 3285846"/>
              <a:gd name="connsiteY1" fmla="*/ 1642923 h 3285846"/>
              <a:gd name="connsiteX2" fmla="*/ 1642923 w 3285846"/>
              <a:gd name="connsiteY2" fmla="*/ 3285846 h 3285846"/>
              <a:gd name="connsiteX3" fmla="*/ 0 w 3285846"/>
              <a:gd name="connsiteY3" fmla="*/ 1642923 h 3285846"/>
              <a:gd name="connsiteX4" fmla="*/ 1642923 w 3285846"/>
              <a:gd name="connsiteY4" fmla="*/ 0 h 3285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85846" h="3285846">
                <a:moveTo>
                  <a:pt x="1642923" y="0"/>
                </a:moveTo>
                <a:cubicBezTo>
                  <a:pt x="2550284" y="0"/>
                  <a:pt x="3285846" y="735562"/>
                  <a:pt x="3285846" y="1642923"/>
                </a:cubicBezTo>
                <a:cubicBezTo>
                  <a:pt x="3285846" y="2550284"/>
                  <a:pt x="2550284" y="3285846"/>
                  <a:pt x="1642923" y="3285846"/>
                </a:cubicBezTo>
                <a:cubicBezTo>
                  <a:pt x="735562" y="3285846"/>
                  <a:pt x="0" y="2550284"/>
                  <a:pt x="0" y="1642923"/>
                </a:cubicBezTo>
                <a:cubicBezTo>
                  <a:pt x="0" y="735562"/>
                  <a:pt x="735562" y="0"/>
                  <a:pt x="1642923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8A99B82-DEC3-0D56-E698-6019ACD228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19441" y="3611909"/>
            <a:ext cx="2190564" cy="2190564"/>
          </a:xfrm>
          <a:custGeom>
            <a:avLst/>
            <a:gdLst>
              <a:gd name="connsiteX0" fmla="*/ 1642923 w 3285846"/>
              <a:gd name="connsiteY0" fmla="*/ 0 h 3285846"/>
              <a:gd name="connsiteX1" fmla="*/ 3285846 w 3285846"/>
              <a:gd name="connsiteY1" fmla="*/ 1642923 h 3285846"/>
              <a:gd name="connsiteX2" fmla="*/ 1642923 w 3285846"/>
              <a:gd name="connsiteY2" fmla="*/ 3285846 h 3285846"/>
              <a:gd name="connsiteX3" fmla="*/ 0 w 3285846"/>
              <a:gd name="connsiteY3" fmla="*/ 1642923 h 3285846"/>
              <a:gd name="connsiteX4" fmla="*/ 1642923 w 3285846"/>
              <a:gd name="connsiteY4" fmla="*/ 0 h 3285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85846" h="3285846">
                <a:moveTo>
                  <a:pt x="1642923" y="0"/>
                </a:moveTo>
                <a:cubicBezTo>
                  <a:pt x="2550284" y="0"/>
                  <a:pt x="3285846" y="735562"/>
                  <a:pt x="3285846" y="1642923"/>
                </a:cubicBezTo>
                <a:cubicBezTo>
                  <a:pt x="3285846" y="2550284"/>
                  <a:pt x="2550284" y="3285846"/>
                  <a:pt x="1642923" y="3285846"/>
                </a:cubicBezTo>
                <a:cubicBezTo>
                  <a:pt x="735562" y="3285846"/>
                  <a:pt x="0" y="2550284"/>
                  <a:pt x="0" y="1642923"/>
                </a:cubicBezTo>
                <a:cubicBezTo>
                  <a:pt x="0" y="735562"/>
                  <a:pt x="735562" y="0"/>
                  <a:pt x="1642923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79A18FB-1A7F-77CB-5232-101666BB6A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96798" y="3611909"/>
            <a:ext cx="2190564" cy="2190564"/>
          </a:xfrm>
          <a:custGeom>
            <a:avLst/>
            <a:gdLst>
              <a:gd name="connsiteX0" fmla="*/ 1642923 w 3285846"/>
              <a:gd name="connsiteY0" fmla="*/ 0 h 3285846"/>
              <a:gd name="connsiteX1" fmla="*/ 3285846 w 3285846"/>
              <a:gd name="connsiteY1" fmla="*/ 1642923 h 3285846"/>
              <a:gd name="connsiteX2" fmla="*/ 1642923 w 3285846"/>
              <a:gd name="connsiteY2" fmla="*/ 3285846 h 3285846"/>
              <a:gd name="connsiteX3" fmla="*/ 0 w 3285846"/>
              <a:gd name="connsiteY3" fmla="*/ 1642923 h 3285846"/>
              <a:gd name="connsiteX4" fmla="*/ 1642923 w 3285846"/>
              <a:gd name="connsiteY4" fmla="*/ 0 h 3285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85846" h="3285846">
                <a:moveTo>
                  <a:pt x="1642923" y="0"/>
                </a:moveTo>
                <a:cubicBezTo>
                  <a:pt x="2550284" y="0"/>
                  <a:pt x="3285846" y="735562"/>
                  <a:pt x="3285846" y="1642923"/>
                </a:cubicBezTo>
                <a:cubicBezTo>
                  <a:pt x="3285846" y="2550284"/>
                  <a:pt x="2550284" y="3285846"/>
                  <a:pt x="1642923" y="3285846"/>
                </a:cubicBezTo>
                <a:cubicBezTo>
                  <a:pt x="735562" y="3285846"/>
                  <a:pt x="0" y="2550284"/>
                  <a:pt x="0" y="1642923"/>
                </a:cubicBezTo>
                <a:cubicBezTo>
                  <a:pt x="0" y="735562"/>
                  <a:pt x="735562" y="0"/>
                  <a:pt x="1642923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9BDEB25-867A-A988-9A93-BAFBE6045BD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9441" y="1055527"/>
            <a:ext cx="2190564" cy="2190564"/>
          </a:xfrm>
          <a:custGeom>
            <a:avLst/>
            <a:gdLst>
              <a:gd name="connsiteX0" fmla="*/ 1642923 w 3285846"/>
              <a:gd name="connsiteY0" fmla="*/ 0 h 3285846"/>
              <a:gd name="connsiteX1" fmla="*/ 3285846 w 3285846"/>
              <a:gd name="connsiteY1" fmla="*/ 1642923 h 3285846"/>
              <a:gd name="connsiteX2" fmla="*/ 1642923 w 3285846"/>
              <a:gd name="connsiteY2" fmla="*/ 3285846 h 3285846"/>
              <a:gd name="connsiteX3" fmla="*/ 0 w 3285846"/>
              <a:gd name="connsiteY3" fmla="*/ 1642923 h 3285846"/>
              <a:gd name="connsiteX4" fmla="*/ 1642923 w 3285846"/>
              <a:gd name="connsiteY4" fmla="*/ 0 h 3285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85846" h="3285846">
                <a:moveTo>
                  <a:pt x="1642923" y="0"/>
                </a:moveTo>
                <a:cubicBezTo>
                  <a:pt x="2550284" y="0"/>
                  <a:pt x="3285846" y="735562"/>
                  <a:pt x="3285846" y="1642923"/>
                </a:cubicBezTo>
                <a:cubicBezTo>
                  <a:pt x="3285846" y="2550284"/>
                  <a:pt x="2550284" y="3285846"/>
                  <a:pt x="1642923" y="3285846"/>
                </a:cubicBezTo>
                <a:cubicBezTo>
                  <a:pt x="735562" y="3285846"/>
                  <a:pt x="0" y="2550284"/>
                  <a:pt x="0" y="1642923"/>
                </a:cubicBezTo>
                <a:cubicBezTo>
                  <a:pt x="0" y="735562"/>
                  <a:pt x="735562" y="0"/>
                  <a:pt x="1642923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2" name="Plaque 1">
            <a:extLst>
              <a:ext uri="{FF2B5EF4-FFF2-40B4-BE49-F238E27FC236}">
                <a16:creationId xmlns:a16="http://schemas.microsoft.com/office/drawing/2014/main" id="{8284C36E-A42C-671A-735F-EE29D9D7341F}"/>
              </a:ext>
            </a:extLst>
          </p:cNvPr>
          <p:cNvSpPr/>
          <p:nvPr userDrawn="1"/>
        </p:nvSpPr>
        <p:spPr>
          <a:xfrm>
            <a:off x="6647280" y="1944923"/>
            <a:ext cx="2986845" cy="2986845"/>
          </a:xfrm>
          <a:prstGeom prst="plaque">
            <a:avLst>
              <a:gd name="adj" fmla="val 50000"/>
            </a:avLst>
          </a:prstGeom>
          <a:solidFill>
            <a:srgbClr val="0073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</p:spTree>
    <p:extLst>
      <p:ext uri="{BB962C8B-B14F-4D97-AF65-F5344CB8AC3E}">
        <p14:creationId xmlns:p14="http://schemas.microsoft.com/office/powerpoint/2010/main" val="676138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7A92858-B0FF-A681-C9E3-4BBDAF3E3600}"/>
              </a:ext>
            </a:extLst>
          </p:cNvPr>
          <p:cNvSpPr/>
          <p:nvPr userDrawn="1"/>
        </p:nvSpPr>
        <p:spPr>
          <a:xfrm>
            <a:off x="5390559" y="0"/>
            <a:ext cx="6801441" cy="4423579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rgbClr val="EB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7AB8AA0-53C7-5CED-A020-BB682A8A67E7}"/>
              </a:ext>
            </a:extLst>
          </p:cNvPr>
          <p:cNvSpPr/>
          <p:nvPr userDrawn="1"/>
        </p:nvSpPr>
        <p:spPr>
          <a:xfrm>
            <a:off x="7267852" y="1750824"/>
            <a:ext cx="4924149" cy="5107177"/>
          </a:xfrm>
          <a:custGeom>
            <a:avLst/>
            <a:gdLst>
              <a:gd name="connsiteX0" fmla="*/ 4686300 w 7386223"/>
              <a:gd name="connsiteY0" fmla="*/ 0 h 7660765"/>
              <a:gd name="connsiteX1" fmla="*/ 7306455 w 7386223"/>
              <a:gd name="connsiteY1" fmla="*/ 800347 h 7660765"/>
              <a:gd name="connsiteX2" fmla="*/ 7386223 w 7386223"/>
              <a:gd name="connsiteY2" fmla="*/ 857072 h 7660765"/>
              <a:gd name="connsiteX3" fmla="*/ 7386223 w 7386223"/>
              <a:gd name="connsiteY3" fmla="*/ 7660765 h 7660765"/>
              <a:gd name="connsiteX4" fmla="*/ 1065049 w 7386223"/>
              <a:gd name="connsiteY4" fmla="*/ 7660765 h 7660765"/>
              <a:gd name="connsiteX5" fmla="*/ 931002 w 7386223"/>
              <a:gd name="connsiteY5" fmla="*/ 7490188 h 7660765"/>
              <a:gd name="connsiteX6" fmla="*/ 0 w 7386223"/>
              <a:gd name="connsiteY6" fmla="*/ 4686300 h 7660765"/>
              <a:gd name="connsiteX7" fmla="*/ 4686300 w 7386223"/>
              <a:gd name="connsiteY7" fmla="*/ 0 h 766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86223" h="7660765">
                <a:moveTo>
                  <a:pt x="4686300" y="0"/>
                </a:moveTo>
                <a:cubicBezTo>
                  <a:pt x="5656864" y="0"/>
                  <a:pt x="6558515" y="295049"/>
                  <a:pt x="7306455" y="800347"/>
                </a:cubicBezTo>
                <a:lnTo>
                  <a:pt x="7386223" y="857072"/>
                </a:lnTo>
                <a:lnTo>
                  <a:pt x="7386223" y="7660765"/>
                </a:lnTo>
                <a:lnTo>
                  <a:pt x="1065049" y="7660765"/>
                </a:lnTo>
                <a:lnTo>
                  <a:pt x="931002" y="7490188"/>
                </a:lnTo>
                <a:cubicBezTo>
                  <a:pt x="346273" y="6708313"/>
                  <a:pt x="0" y="5737745"/>
                  <a:pt x="0" y="4686300"/>
                </a:cubicBezTo>
                <a:cubicBezTo>
                  <a:pt x="0" y="2098128"/>
                  <a:pt x="2098128" y="0"/>
                  <a:pt x="4686300" y="0"/>
                </a:cubicBezTo>
                <a:close/>
              </a:path>
            </a:pathLst>
          </a:custGeom>
          <a:solidFill>
            <a:srgbClr val="0073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4438AC4-9D86-686B-3E6E-3A354D0C0043}"/>
              </a:ext>
            </a:extLst>
          </p:cNvPr>
          <p:cNvSpPr/>
          <p:nvPr userDrawn="1"/>
        </p:nvSpPr>
        <p:spPr>
          <a:xfrm>
            <a:off x="7926496" y="2409468"/>
            <a:ext cx="4265504" cy="4448532"/>
          </a:xfrm>
          <a:custGeom>
            <a:avLst/>
            <a:gdLst>
              <a:gd name="connsiteX0" fmla="*/ 3698333 w 6398256"/>
              <a:gd name="connsiteY0" fmla="*/ 0 h 6672798"/>
              <a:gd name="connsiteX1" fmla="*/ 6296894 w 6398256"/>
              <a:gd name="connsiteY1" fmla="*/ 3532064 h 6672798"/>
              <a:gd name="connsiteX2" fmla="*/ 6398256 w 6398256"/>
              <a:gd name="connsiteY2" fmla="*/ 3560847 h 6672798"/>
              <a:gd name="connsiteX3" fmla="*/ 6398256 w 6398256"/>
              <a:gd name="connsiteY3" fmla="*/ 3835820 h 6672798"/>
              <a:gd name="connsiteX4" fmla="*/ 6296894 w 6398256"/>
              <a:gd name="connsiteY4" fmla="*/ 3864603 h 6672798"/>
              <a:gd name="connsiteX5" fmla="*/ 3773470 w 6398256"/>
              <a:gd name="connsiteY5" fmla="*/ 6651323 h 6672798"/>
              <a:gd name="connsiteX6" fmla="*/ 3769635 w 6398256"/>
              <a:gd name="connsiteY6" fmla="*/ 6672798 h 6672798"/>
              <a:gd name="connsiteX7" fmla="*/ 3627031 w 6398256"/>
              <a:gd name="connsiteY7" fmla="*/ 6672798 h 6672798"/>
              <a:gd name="connsiteX8" fmla="*/ 3623196 w 6398256"/>
              <a:gd name="connsiteY8" fmla="*/ 6651323 h 6672798"/>
              <a:gd name="connsiteX9" fmla="*/ 0 w 6398256"/>
              <a:gd name="connsiteY9" fmla="*/ 3698333 h 6672798"/>
              <a:gd name="connsiteX10" fmla="*/ 3698333 w 6398256"/>
              <a:gd name="connsiteY10" fmla="*/ 0 h 6672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98256" h="6672798">
                <a:moveTo>
                  <a:pt x="3698333" y="0"/>
                </a:moveTo>
                <a:cubicBezTo>
                  <a:pt x="3698333" y="1659558"/>
                  <a:pt x="4791419" y="3063812"/>
                  <a:pt x="6296894" y="3532064"/>
                </a:cubicBezTo>
                <a:lnTo>
                  <a:pt x="6398256" y="3560847"/>
                </a:lnTo>
                <a:lnTo>
                  <a:pt x="6398256" y="3835820"/>
                </a:lnTo>
                <a:lnTo>
                  <a:pt x="6296894" y="3864603"/>
                </a:lnTo>
                <a:cubicBezTo>
                  <a:pt x="5023030" y="4260816"/>
                  <a:pt x="4044428" y="5327184"/>
                  <a:pt x="3773470" y="6651323"/>
                </a:cubicBezTo>
                <a:lnTo>
                  <a:pt x="3769635" y="6672798"/>
                </a:lnTo>
                <a:lnTo>
                  <a:pt x="3627031" y="6672798"/>
                </a:lnTo>
                <a:lnTo>
                  <a:pt x="3623196" y="6651323"/>
                </a:lnTo>
                <a:cubicBezTo>
                  <a:pt x="3278340" y="4966055"/>
                  <a:pt x="1787217" y="3698333"/>
                  <a:pt x="0" y="3698333"/>
                </a:cubicBezTo>
                <a:cubicBezTo>
                  <a:pt x="2042533" y="3698333"/>
                  <a:pt x="3698333" y="2042533"/>
                  <a:pt x="36983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A10CFD77-5DE5-0E32-5771-C85313DF7F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80262" y="203200"/>
            <a:ext cx="3957689" cy="6654800"/>
          </a:xfrm>
          <a:prstGeom prst="rect">
            <a:avLst/>
          </a:prstGeom>
          <a:noFill/>
        </p:spPr>
        <p:txBody>
          <a:bodyPr/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3782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6096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1788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516670-24A1-26BB-B737-909E43C859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51800" y="838200"/>
            <a:ext cx="4140200" cy="5181600"/>
          </a:xfrm>
          <a:custGeom>
            <a:avLst/>
            <a:gdLst>
              <a:gd name="connsiteX0" fmla="*/ 536073 w 6210300"/>
              <a:gd name="connsiteY0" fmla="*/ 0 h 7772400"/>
              <a:gd name="connsiteX1" fmla="*/ 6210300 w 6210300"/>
              <a:gd name="connsiteY1" fmla="*/ 0 h 7772400"/>
              <a:gd name="connsiteX2" fmla="*/ 6210300 w 6210300"/>
              <a:gd name="connsiteY2" fmla="*/ 7772400 h 7772400"/>
              <a:gd name="connsiteX3" fmla="*/ 536073 w 6210300"/>
              <a:gd name="connsiteY3" fmla="*/ 7772400 h 7772400"/>
              <a:gd name="connsiteX4" fmla="*/ 0 w 6210300"/>
              <a:gd name="connsiteY4" fmla="*/ 7236327 h 7772400"/>
              <a:gd name="connsiteX5" fmla="*/ 0 w 6210300"/>
              <a:gd name="connsiteY5" fmla="*/ 536073 h 7772400"/>
              <a:gd name="connsiteX6" fmla="*/ 536073 w 6210300"/>
              <a:gd name="connsiteY6" fmla="*/ 0 h 77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10300" h="7772400">
                <a:moveTo>
                  <a:pt x="536073" y="0"/>
                </a:moveTo>
                <a:lnTo>
                  <a:pt x="6210300" y="0"/>
                </a:lnTo>
                <a:lnTo>
                  <a:pt x="6210300" y="7772400"/>
                </a:lnTo>
                <a:lnTo>
                  <a:pt x="536073" y="7772400"/>
                </a:lnTo>
                <a:cubicBezTo>
                  <a:pt x="240008" y="7772400"/>
                  <a:pt x="0" y="7532392"/>
                  <a:pt x="0" y="7236327"/>
                </a:cubicBezTo>
                <a:lnTo>
                  <a:pt x="0" y="536073"/>
                </a:lnTo>
                <a:cubicBezTo>
                  <a:pt x="0" y="240008"/>
                  <a:pt x="240008" y="0"/>
                  <a:pt x="536073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7191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439D5B03-6F75-A539-9A71-EC2F32C9D0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73862" y="838200"/>
            <a:ext cx="3957689" cy="6019800"/>
          </a:xfrm>
          <a:prstGeom prst="rect">
            <a:avLst/>
          </a:prstGeom>
          <a:noFill/>
        </p:spPr>
        <p:txBody>
          <a:bodyPr/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639796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3A3A2BF-9871-1F11-B19A-F3E508D29E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46800" y="342899"/>
            <a:ext cx="2806700" cy="2306036"/>
          </a:xfrm>
          <a:custGeom>
            <a:avLst/>
            <a:gdLst>
              <a:gd name="connsiteX0" fmla="*/ 0 w 4210050"/>
              <a:gd name="connsiteY0" fmla="*/ 0 h 3459054"/>
              <a:gd name="connsiteX1" fmla="*/ 4210050 w 4210050"/>
              <a:gd name="connsiteY1" fmla="*/ 0 h 3459054"/>
              <a:gd name="connsiteX2" fmla="*/ 4210050 w 4210050"/>
              <a:gd name="connsiteY2" fmla="*/ 3459054 h 3459054"/>
              <a:gd name="connsiteX3" fmla="*/ 0 w 4210050"/>
              <a:gd name="connsiteY3" fmla="*/ 3459054 h 3459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0050" h="3459054">
                <a:moveTo>
                  <a:pt x="0" y="0"/>
                </a:moveTo>
                <a:lnTo>
                  <a:pt x="4210050" y="0"/>
                </a:lnTo>
                <a:lnTo>
                  <a:pt x="4210050" y="3459054"/>
                </a:lnTo>
                <a:lnTo>
                  <a:pt x="0" y="3459054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ADDB48-4E32-8552-0D79-66C007D728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953500" y="342900"/>
            <a:ext cx="2806700" cy="2057400"/>
          </a:xfrm>
          <a:custGeom>
            <a:avLst/>
            <a:gdLst>
              <a:gd name="connsiteX0" fmla="*/ 0 w 4210050"/>
              <a:gd name="connsiteY0" fmla="*/ 0 h 3086100"/>
              <a:gd name="connsiteX1" fmla="*/ 4210050 w 4210050"/>
              <a:gd name="connsiteY1" fmla="*/ 0 h 3086100"/>
              <a:gd name="connsiteX2" fmla="*/ 4210050 w 4210050"/>
              <a:gd name="connsiteY2" fmla="*/ 3086100 h 3086100"/>
              <a:gd name="connsiteX3" fmla="*/ 0 w 4210050"/>
              <a:gd name="connsiteY3" fmla="*/ 3086100 h 308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0050" h="3086100">
                <a:moveTo>
                  <a:pt x="0" y="0"/>
                </a:moveTo>
                <a:lnTo>
                  <a:pt x="4210050" y="0"/>
                </a:lnTo>
                <a:lnTo>
                  <a:pt x="4210050" y="3086100"/>
                </a:lnTo>
                <a:lnTo>
                  <a:pt x="0" y="3086100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AA3B4ED-8D47-AB96-C2C3-451D06CB98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46800" y="4209065"/>
            <a:ext cx="2806700" cy="2306035"/>
          </a:xfrm>
          <a:custGeom>
            <a:avLst/>
            <a:gdLst>
              <a:gd name="connsiteX0" fmla="*/ 0 w 4210050"/>
              <a:gd name="connsiteY0" fmla="*/ 0 h 3459053"/>
              <a:gd name="connsiteX1" fmla="*/ 4210050 w 4210050"/>
              <a:gd name="connsiteY1" fmla="*/ 0 h 3459053"/>
              <a:gd name="connsiteX2" fmla="*/ 4210050 w 4210050"/>
              <a:gd name="connsiteY2" fmla="*/ 3459053 h 3459053"/>
              <a:gd name="connsiteX3" fmla="*/ 0 w 4210050"/>
              <a:gd name="connsiteY3" fmla="*/ 3459053 h 3459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0050" h="3459053">
                <a:moveTo>
                  <a:pt x="0" y="0"/>
                </a:moveTo>
                <a:lnTo>
                  <a:pt x="4210050" y="0"/>
                </a:lnTo>
                <a:lnTo>
                  <a:pt x="4210050" y="3459053"/>
                </a:lnTo>
                <a:lnTo>
                  <a:pt x="0" y="3459053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2EA10C8-B8EA-B5F2-11E8-D760BBC4CFE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53500" y="2400300"/>
            <a:ext cx="2806700" cy="2057400"/>
          </a:xfrm>
          <a:custGeom>
            <a:avLst/>
            <a:gdLst>
              <a:gd name="connsiteX0" fmla="*/ 0 w 4210050"/>
              <a:gd name="connsiteY0" fmla="*/ 0 h 3086100"/>
              <a:gd name="connsiteX1" fmla="*/ 4210050 w 4210050"/>
              <a:gd name="connsiteY1" fmla="*/ 0 h 3086100"/>
              <a:gd name="connsiteX2" fmla="*/ 4210050 w 4210050"/>
              <a:gd name="connsiteY2" fmla="*/ 3086100 h 3086100"/>
              <a:gd name="connsiteX3" fmla="*/ 0 w 4210050"/>
              <a:gd name="connsiteY3" fmla="*/ 3086100 h 308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0050" h="3086100">
                <a:moveTo>
                  <a:pt x="0" y="0"/>
                </a:moveTo>
                <a:lnTo>
                  <a:pt x="4210050" y="0"/>
                </a:lnTo>
                <a:lnTo>
                  <a:pt x="4210050" y="3086100"/>
                </a:lnTo>
                <a:lnTo>
                  <a:pt x="0" y="3086100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A94B531-1F57-811D-0598-2D2D5A4377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53500" y="4457700"/>
            <a:ext cx="2806700" cy="2057400"/>
          </a:xfrm>
          <a:custGeom>
            <a:avLst/>
            <a:gdLst>
              <a:gd name="connsiteX0" fmla="*/ 0 w 4210050"/>
              <a:gd name="connsiteY0" fmla="*/ 0 h 3086100"/>
              <a:gd name="connsiteX1" fmla="*/ 4210050 w 4210050"/>
              <a:gd name="connsiteY1" fmla="*/ 0 h 3086100"/>
              <a:gd name="connsiteX2" fmla="*/ 4210050 w 4210050"/>
              <a:gd name="connsiteY2" fmla="*/ 3086100 h 3086100"/>
              <a:gd name="connsiteX3" fmla="*/ 0 w 4210050"/>
              <a:gd name="connsiteY3" fmla="*/ 3086100 h 308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0050" h="3086100">
                <a:moveTo>
                  <a:pt x="0" y="0"/>
                </a:moveTo>
                <a:lnTo>
                  <a:pt x="4210050" y="0"/>
                </a:lnTo>
                <a:lnTo>
                  <a:pt x="4210050" y="3086100"/>
                </a:lnTo>
                <a:lnTo>
                  <a:pt x="0" y="3086100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098237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5BE5D237-3A09-3E2B-FD26-FC6B7425E7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5400" y="863600"/>
            <a:ext cx="5588000" cy="3721100"/>
          </a:xfrm>
          <a:custGeom>
            <a:avLst/>
            <a:gdLst>
              <a:gd name="connsiteX0" fmla="*/ 0 w 4210050"/>
              <a:gd name="connsiteY0" fmla="*/ 0 h 3459054"/>
              <a:gd name="connsiteX1" fmla="*/ 4210050 w 4210050"/>
              <a:gd name="connsiteY1" fmla="*/ 0 h 3459054"/>
              <a:gd name="connsiteX2" fmla="*/ 4210050 w 4210050"/>
              <a:gd name="connsiteY2" fmla="*/ 3459054 h 3459054"/>
              <a:gd name="connsiteX3" fmla="*/ 0 w 4210050"/>
              <a:gd name="connsiteY3" fmla="*/ 3459054 h 3459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0050" h="3459054">
                <a:moveTo>
                  <a:pt x="0" y="0"/>
                </a:moveTo>
                <a:lnTo>
                  <a:pt x="4210050" y="0"/>
                </a:lnTo>
                <a:lnTo>
                  <a:pt x="4210050" y="3459054"/>
                </a:lnTo>
                <a:lnTo>
                  <a:pt x="0" y="3459054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484545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A657F23-BAB6-74C2-C93F-381FBEAED3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0" y="4123249"/>
            <a:ext cx="1016000" cy="10160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313450B0-9FD4-4BBA-00DC-27F0D72B6B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09527" y="0"/>
            <a:ext cx="3582473" cy="6858000"/>
          </a:xfrm>
          <a:custGeom>
            <a:avLst/>
            <a:gdLst>
              <a:gd name="connsiteX0" fmla="*/ 0 w 4210050"/>
              <a:gd name="connsiteY0" fmla="*/ 0 h 3459054"/>
              <a:gd name="connsiteX1" fmla="*/ 4210050 w 4210050"/>
              <a:gd name="connsiteY1" fmla="*/ 0 h 3459054"/>
              <a:gd name="connsiteX2" fmla="*/ 4210050 w 4210050"/>
              <a:gd name="connsiteY2" fmla="*/ 3459054 h 3459054"/>
              <a:gd name="connsiteX3" fmla="*/ 0 w 4210050"/>
              <a:gd name="connsiteY3" fmla="*/ 3459054 h 3459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0050" h="3459054">
                <a:moveTo>
                  <a:pt x="0" y="0"/>
                </a:moveTo>
                <a:lnTo>
                  <a:pt x="4210050" y="0"/>
                </a:lnTo>
                <a:lnTo>
                  <a:pt x="4210050" y="3459054"/>
                </a:lnTo>
                <a:lnTo>
                  <a:pt x="0" y="3459054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9672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101E635-0ECF-C3BD-88F0-9CC7A00009ED}"/>
              </a:ext>
            </a:extLst>
          </p:cNvPr>
          <p:cNvSpPr/>
          <p:nvPr userDrawn="1"/>
        </p:nvSpPr>
        <p:spPr>
          <a:xfrm>
            <a:off x="5390559" y="0"/>
            <a:ext cx="6801441" cy="4423579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rgbClr val="EB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7920C1E-B131-B582-DD32-0C6AD0AE70CB}"/>
              </a:ext>
            </a:extLst>
          </p:cNvPr>
          <p:cNvSpPr/>
          <p:nvPr userDrawn="1"/>
        </p:nvSpPr>
        <p:spPr>
          <a:xfrm>
            <a:off x="0" y="5182025"/>
            <a:ext cx="4348395" cy="1675975"/>
          </a:xfrm>
          <a:custGeom>
            <a:avLst/>
            <a:gdLst>
              <a:gd name="connsiteX0" fmla="*/ 2040877 w 6522592"/>
              <a:gd name="connsiteY0" fmla="*/ 0 h 2513962"/>
              <a:gd name="connsiteX1" fmla="*/ 6323501 w 6522592"/>
              <a:gd name="connsiteY1" fmla="*/ 2211471 h 2513962"/>
              <a:gd name="connsiteX2" fmla="*/ 6522592 w 6522592"/>
              <a:gd name="connsiteY2" fmla="*/ 2513962 h 2513962"/>
              <a:gd name="connsiteX3" fmla="*/ 4779086 w 6522592"/>
              <a:gd name="connsiteY3" fmla="*/ 2513962 h 2513962"/>
              <a:gd name="connsiteX4" fmla="*/ 4709308 w 6522592"/>
              <a:gd name="connsiteY4" fmla="*/ 2443426 h 2513962"/>
              <a:gd name="connsiteX5" fmla="*/ 2040877 w 6522592"/>
              <a:gd name="connsiteY5" fmla="*/ 1377775 h 2513962"/>
              <a:gd name="connsiteX6" fmla="*/ 194430 w 6522592"/>
              <a:gd name="connsiteY6" fmla="*/ 1845313 h 2513962"/>
              <a:gd name="connsiteX7" fmla="*/ 0 w 6522592"/>
              <a:gd name="connsiteY7" fmla="*/ 1963431 h 2513962"/>
              <a:gd name="connsiteX8" fmla="*/ 0 w 6522592"/>
              <a:gd name="connsiteY8" fmla="*/ 411410 h 2513962"/>
              <a:gd name="connsiteX9" fmla="*/ 235236 w 6522592"/>
              <a:gd name="connsiteY9" fmla="*/ 318659 h 2513962"/>
              <a:gd name="connsiteX10" fmla="*/ 2040877 w 6522592"/>
              <a:gd name="connsiteY10" fmla="*/ 0 h 2513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22592" h="2513962">
                <a:moveTo>
                  <a:pt x="2040877" y="0"/>
                </a:moveTo>
                <a:cubicBezTo>
                  <a:pt x="3808261" y="0"/>
                  <a:pt x="5371726" y="873080"/>
                  <a:pt x="6323501" y="2211471"/>
                </a:cubicBezTo>
                <a:lnTo>
                  <a:pt x="6522592" y="2513962"/>
                </a:lnTo>
                <a:lnTo>
                  <a:pt x="4779086" y="2513962"/>
                </a:lnTo>
                <a:lnTo>
                  <a:pt x="4709308" y="2443426"/>
                </a:lnTo>
                <a:cubicBezTo>
                  <a:pt x="4014585" y="1783042"/>
                  <a:pt x="3075059" y="1377775"/>
                  <a:pt x="2040877" y="1377775"/>
                </a:cubicBezTo>
                <a:cubicBezTo>
                  <a:pt x="1372315" y="1377775"/>
                  <a:pt x="743310" y="1547143"/>
                  <a:pt x="194430" y="1845313"/>
                </a:cubicBezTo>
                <a:lnTo>
                  <a:pt x="0" y="1963431"/>
                </a:lnTo>
                <a:lnTo>
                  <a:pt x="0" y="411410"/>
                </a:lnTo>
                <a:lnTo>
                  <a:pt x="235236" y="318659"/>
                </a:lnTo>
                <a:cubicBezTo>
                  <a:pt x="798264" y="112507"/>
                  <a:pt x="1406432" y="0"/>
                  <a:pt x="2040877" y="0"/>
                </a:cubicBezTo>
                <a:close/>
              </a:path>
            </a:pathLst>
          </a:custGeom>
          <a:solidFill>
            <a:srgbClr val="EB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</p:spTree>
    <p:extLst>
      <p:ext uri="{BB962C8B-B14F-4D97-AF65-F5344CB8AC3E}">
        <p14:creationId xmlns:p14="http://schemas.microsoft.com/office/powerpoint/2010/main" val="32803844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E609064-1B14-4128-4ED2-189B09484E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67379" y="515587"/>
            <a:ext cx="3632367" cy="6342413"/>
          </a:xfrm>
          <a:prstGeom prst="rect">
            <a:avLst/>
          </a:prstGeom>
          <a:noFill/>
        </p:spPr>
        <p:txBody>
          <a:bodyPr/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65673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0DBE140-FFBD-3CF9-1250-5C0B09CB7C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243035" y="791686"/>
            <a:ext cx="2942619" cy="5274631"/>
          </a:xfrm>
          <a:custGeom>
            <a:avLst/>
            <a:gdLst>
              <a:gd name="connsiteX0" fmla="*/ 735670 w 4413929"/>
              <a:gd name="connsiteY0" fmla="*/ 0 h 7911947"/>
              <a:gd name="connsiteX1" fmla="*/ 4413929 w 4413929"/>
              <a:gd name="connsiteY1" fmla="*/ 0 h 7911947"/>
              <a:gd name="connsiteX2" fmla="*/ 4413929 w 4413929"/>
              <a:gd name="connsiteY2" fmla="*/ 7911947 h 7911947"/>
              <a:gd name="connsiteX3" fmla="*/ 735671 w 4413929"/>
              <a:gd name="connsiteY3" fmla="*/ 7911947 h 7911947"/>
              <a:gd name="connsiteX4" fmla="*/ 1 w 4413929"/>
              <a:gd name="connsiteY4" fmla="*/ 7176278 h 7911947"/>
              <a:gd name="connsiteX5" fmla="*/ 0 w 4413929"/>
              <a:gd name="connsiteY5" fmla="*/ 735670 h 7911947"/>
              <a:gd name="connsiteX6" fmla="*/ 735670 w 4413929"/>
              <a:gd name="connsiteY6" fmla="*/ 0 h 7911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3929" h="7911947">
                <a:moveTo>
                  <a:pt x="735670" y="0"/>
                </a:moveTo>
                <a:lnTo>
                  <a:pt x="4413929" y="0"/>
                </a:lnTo>
                <a:lnTo>
                  <a:pt x="4413929" y="7911947"/>
                </a:lnTo>
                <a:lnTo>
                  <a:pt x="735671" y="7911947"/>
                </a:lnTo>
                <a:cubicBezTo>
                  <a:pt x="329371" y="7911947"/>
                  <a:pt x="1" y="7582577"/>
                  <a:pt x="1" y="7176278"/>
                </a:cubicBezTo>
                <a:lnTo>
                  <a:pt x="0" y="735670"/>
                </a:lnTo>
                <a:cubicBezTo>
                  <a:pt x="0" y="329371"/>
                  <a:pt x="329371" y="0"/>
                  <a:pt x="735670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48638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B76AA5C-4C9C-42FE-49DC-CE903F9B1C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1467" y="1799167"/>
            <a:ext cx="4017433" cy="2201333"/>
          </a:xfrm>
          <a:custGeom>
            <a:avLst/>
            <a:gdLst>
              <a:gd name="connsiteX0" fmla="*/ 0 w 6026150"/>
              <a:gd name="connsiteY0" fmla="*/ 0 h 3302000"/>
              <a:gd name="connsiteX1" fmla="*/ 6026150 w 6026150"/>
              <a:gd name="connsiteY1" fmla="*/ 0 h 3302000"/>
              <a:gd name="connsiteX2" fmla="*/ 6026150 w 6026150"/>
              <a:gd name="connsiteY2" fmla="*/ 3302000 h 3302000"/>
              <a:gd name="connsiteX3" fmla="*/ 0 w 6026150"/>
              <a:gd name="connsiteY3" fmla="*/ 3302000 h 330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26150" h="3302000">
                <a:moveTo>
                  <a:pt x="0" y="0"/>
                </a:moveTo>
                <a:lnTo>
                  <a:pt x="6026150" y="0"/>
                </a:lnTo>
                <a:lnTo>
                  <a:pt x="6026150" y="3302000"/>
                </a:lnTo>
                <a:lnTo>
                  <a:pt x="0" y="3302000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51066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AE847D5-7B18-1F63-0367-2DCCF9311D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93480" y="939800"/>
            <a:ext cx="2479040" cy="4709160"/>
          </a:xfrm>
          <a:custGeom>
            <a:avLst/>
            <a:gdLst>
              <a:gd name="connsiteX0" fmla="*/ 0 w 3718560"/>
              <a:gd name="connsiteY0" fmla="*/ 0 h 7063740"/>
              <a:gd name="connsiteX1" fmla="*/ 3718560 w 3718560"/>
              <a:gd name="connsiteY1" fmla="*/ 0 h 7063740"/>
              <a:gd name="connsiteX2" fmla="*/ 3718560 w 3718560"/>
              <a:gd name="connsiteY2" fmla="*/ 7063740 h 7063740"/>
              <a:gd name="connsiteX3" fmla="*/ 0 w 3718560"/>
              <a:gd name="connsiteY3" fmla="*/ 7063740 h 7063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8560" h="7063740">
                <a:moveTo>
                  <a:pt x="0" y="0"/>
                </a:moveTo>
                <a:lnTo>
                  <a:pt x="3718560" y="0"/>
                </a:lnTo>
                <a:lnTo>
                  <a:pt x="3718560" y="7063740"/>
                </a:lnTo>
                <a:lnTo>
                  <a:pt x="0" y="7063740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08C1BA-93C3-C7B8-45C8-0177AB5540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07379" y="2732440"/>
            <a:ext cx="2479040" cy="4709160"/>
          </a:xfrm>
          <a:custGeom>
            <a:avLst/>
            <a:gdLst>
              <a:gd name="connsiteX0" fmla="*/ 0 w 3718560"/>
              <a:gd name="connsiteY0" fmla="*/ 0 h 7063740"/>
              <a:gd name="connsiteX1" fmla="*/ 3718560 w 3718560"/>
              <a:gd name="connsiteY1" fmla="*/ 0 h 7063740"/>
              <a:gd name="connsiteX2" fmla="*/ 3718560 w 3718560"/>
              <a:gd name="connsiteY2" fmla="*/ 7063740 h 7063740"/>
              <a:gd name="connsiteX3" fmla="*/ 0 w 3718560"/>
              <a:gd name="connsiteY3" fmla="*/ 7063740 h 7063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8560" h="7063740">
                <a:moveTo>
                  <a:pt x="0" y="0"/>
                </a:moveTo>
                <a:lnTo>
                  <a:pt x="3718560" y="0"/>
                </a:lnTo>
                <a:lnTo>
                  <a:pt x="3718560" y="7063740"/>
                </a:lnTo>
                <a:lnTo>
                  <a:pt x="0" y="7063740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967465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BEDD44-3CD4-5BB5-B276-B6760CB432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64733" y="2802467"/>
            <a:ext cx="3915833" cy="2456539"/>
          </a:xfrm>
          <a:custGeom>
            <a:avLst/>
            <a:gdLst>
              <a:gd name="connsiteX0" fmla="*/ 0 w 5873750"/>
              <a:gd name="connsiteY0" fmla="*/ 0 h 3684808"/>
              <a:gd name="connsiteX1" fmla="*/ 5873750 w 5873750"/>
              <a:gd name="connsiteY1" fmla="*/ 0 h 3684808"/>
              <a:gd name="connsiteX2" fmla="*/ 5873750 w 5873750"/>
              <a:gd name="connsiteY2" fmla="*/ 3684808 h 3684808"/>
              <a:gd name="connsiteX3" fmla="*/ 0 w 5873750"/>
              <a:gd name="connsiteY3" fmla="*/ 3684808 h 3684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73750" h="3684808">
                <a:moveTo>
                  <a:pt x="0" y="0"/>
                </a:moveTo>
                <a:lnTo>
                  <a:pt x="5873750" y="0"/>
                </a:lnTo>
                <a:lnTo>
                  <a:pt x="5873750" y="3684808"/>
                </a:lnTo>
                <a:lnTo>
                  <a:pt x="0" y="3684808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774991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bg>
      <p:bgPr>
        <a:solidFill>
          <a:srgbClr val="007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907751E-D63A-75EE-39DF-A382F174A676}"/>
              </a:ext>
            </a:extLst>
          </p:cNvPr>
          <p:cNvSpPr/>
          <p:nvPr userDrawn="1"/>
        </p:nvSpPr>
        <p:spPr>
          <a:xfrm flipH="1">
            <a:off x="0" y="0"/>
            <a:ext cx="6801441" cy="4423579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rgbClr val="0D8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</p:spTree>
    <p:extLst>
      <p:ext uri="{BB962C8B-B14F-4D97-AF65-F5344CB8AC3E}">
        <p14:creationId xmlns:p14="http://schemas.microsoft.com/office/powerpoint/2010/main" val="41564936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FED9EF9-52E0-95F3-164E-6FE9E8E81C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20141" y="4267805"/>
            <a:ext cx="1167191" cy="1167191"/>
          </a:xfrm>
          <a:custGeom>
            <a:avLst/>
            <a:gdLst>
              <a:gd name="connsiteX0" fmla="*/ 875393 w 1750786"/>
              <a:gd name="connsiteY0" fmla="*/ 0 h 1750786"/>
              <a:gd name="connsiteX1" fmla="*/ 1750786 w 1750786"/>
              <a:gd name="connsiteY1" fmla="*/ 875393 h 1750786"/>
              <a:gd name="connsiteX2" fmla="*/ 875393 w 1750786"/>
              <a:gd name="connsiteY2" fmla="*/ 1750786 h 1750786"/>
              <a:gd name="connsiteX3" fmla="*/ 0 w 1750786"/>
              <a:gd name="connsiteY3" fmla="*/ 875393 h 1750786"/>
              <a:gd name="connsiteX4" fmla="*/ 875393 w 1750786"/>
              <a:gd name="connsiteY4" fmla="*/ 0 h 1750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0786" h="1750786">
                <a:moveTo>
                  <a:pt x="875393" y="0"/>
                </a:moveTo>
                <a:cubicBezTo>
                  <a:pt x="1358859" y="0"/>
                  <a:pt x="1750786" y="391927"/>
                  <a:pt x="1750786" y="875393"/>
                </a:cubicBezTo>
                <a:cubicBezTo>
                  <a:pt x="1750786" y="1358859"/>
                  <a:pt x="1358859" y="1750786"/>
                  <a:pt x="875393" y="1750786"/>
                </a:cubicBezTo>
                <a:cubicBezTo>
                  <a:pt x="391927" y="1750786"/>
                  <a:pt x="0" y="1358859"/>
                  <a:pt x="0" y="875393"/>
                </a:cubicBezTo>
                <a:cubicBezTo>
                  <a:pt x="0" y="391927"/>
                  <a:pt x="391927" y="0"/>
                  <a:pt x="875393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89644DA-CE7A-D9F6-F571-E15B47E6FE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512405" y="4267805"/>
            <a:ext cx="1167191" cy="1167191"/>
          </a:xfrm>
          <a:custGeom>
            <a:avLst/>
            <a:gdLst>
              <a:gd name="connsiteX0" fmla="*/ 875393 w 1750786"/>
              <a:gd name="connsiteY0" fmla="*/ 0 h 1750786"/>
              <a:gd name="connsiteX1" fmla="*/ 1750786 w 1750786"/>
              <a:gd name="connsiteY1" fmla="*/ 875393 h 1750786"/>
              <a:gd name="connsiteX2" fmla="*/ 875393 w 1750786"/>
              <a:gd name="connsiteY2" fmla="*/ 1750786 h 1750786"/>
              <a:gd name="connsiteX3" fmla="*/ 0 w 1750786"/>
              <a:gd name="connsiteY3" fmla="*/ 875393 h 1750786"/>
              <a:gd name="connsiteX4" fmla="*/ 875393 w 1750786"/>
              <a:gd name="connsiteY4" fmla="*/ 0 h 1750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0786" h="1750786">
                <a:moveTo>
                  <a:pt x="875393" y="0"/>
                </a:moveTo>
                <a:cubicBezTo>
                  <a:pt x="1358859" y="0"/>
                  <a:pt x="1750786" y="391927"/>
                  <a:pt x="1750786" y="875393"/>
                </a:cubicBezTo>
                <a:cubicBezTo>
                  <a:pt x="1750786" y="1358859"/>
                  <a:pt x="1358859" y="1750786"/>
                  <a:pt x="875393" y="1750786"/>
                </a:cubicBezTo>
                <a:cubicBezTo>
                  <a:pt x="391927" y="1750786"/>
                  <a:pt x="0" y="1358859"/>
                  <a:pt x="0" y="875393"/>
                </a:cubicBezTo>
                <a:cubicBezTo>
                  <a:pt x="0" y="391927"/>
                  <a:pt x="391927" y="0"/>
                  <a:pt x="875393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D8E08BE-FDCF-8BC8-4989-8F00A9B055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204669" y="4267805"/>
            <a:ext cx="1167191" cy="1167191"/>
          </a:xfrm>
          <a:custGeom>
            <a:avLst/>
            <a:gdLst>
              <a:gd name="connsiteX0" fmla="*/ 875393 w 1750786"/>
              <a:gd name="connsiteY0" fmla="*/ 0 h 1750786"/>
              <a:gd name="connsiteX1" fmla="*/ 1750786 w 1750786"/>
              <a:gd name="connsiteY1" fmla="*/ 875393 h 1750786"/>
              <a:gd name="connsiteX2" fmla="*/ 875393 w 1750786"/>
              <a:gd name="connsiteY2" fmla="*/ 1750786 h 1750786"/>
              <a:gd name="connsiteX3" fmla="*/ 0 w 1750786"/>
              <a:gd name="connsiteY3" fmla="*/ 875393 h 1750786"/>
              <a:gd name="connsiteX4" fmla="*/ 875393 w 1750786"/>
              <a:gd name="connsiteY4" fmla="*/ 0 h 1750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0786" h="1750786">
                <a:moveTo>
                  <a:pt x="875393" y="0"/>
                </a:moveTo>
                <a:cubicBezTo>
                  <a:pt x="1358859" y="0"/>
                  <a:pt x="1750786" y="391927"/>
                  <a:pt x="1750786" y="875393"/>
                </a:cubicBezTo>
                <a:cubicBezTo>
                  <a:pt x="1750786" y="1358859"/>
                  <a:pt x="1358859" y="1750786"/>
                  <a:pt x="875393" y="1750786"/>
                </a:cubicBezTo>
                <a:cubicBezTo>
                  <a:pt x="391927" y="1750786"/>
                  <a:pt x="0" y="1358859"/>
                  <a:pt x="0" y="875393"/>
                </a:cubicBezTo>
                <a:cubicBezTo>
                  <a:pt x="0" y="391927"/>
                  <a:pt x="391927" y="0"/>
                  <a:pt x="875393" y="0"/>
                </a:cubicBez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09023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bg>
      <p:bgPr>
        <a:solidFill>
          <a:srgbClr val="007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263FB5E-6C4A-9980-BA5D-EE1ABFF13ADF}"/>
              </a:ext>
            </a:extLst>
          </p:cNvPr>
          <p:cNvSpPr/>
          <p:nvPr userDrawn="1"/>
        </p:nvSpPr>
        <p:spPr>
          <a:xfrm flipV="1">
            <a:off x="6413501" y="3099731"/>
            <a:ext cx="5778500" cy="3758269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rgbClr val="0D8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3196495F-918C-EA40-4D8C-D04D062BAA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848100"/>
          </a:xfrm>
          <a:custGeom>
            <a:avLst/>
            <a:gdLst>
              <a:gd name="connsiteX0" fmla="*/ 0 w 5873750"/>
              <a:gd name="connsiteY0" fmla="*/ 0 h 3684808"/>
              <a:gd name="connsiteX1" fmla="*/ 5873750 w 5873750"/>
              <a:gd name="connsiteY1" fmla="*/ 0 h 3684808"/>
              <a:gd name="connsiteX2" fmla="*/ 5873750 w 5873750"/>
              <a:gd name="connsiteY2" fmla="*/ 3684808 h 3684808"/>
              <a:gd name="connsiteX3" fmla="*/ 0 w 5873750"/>
              <a:gd name="connsiteY3" fmla="*/ 3684808 h 3684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73750" h="3684808">
                <a:moveTo>
                  <a:pt x="0" y="0"/>
                </a:moveTo>
                <a:lnTo>
                  <a:pt x="5873750" y="0"/>
                </a:lnTo>
                <a:lnTo>
                  <a:pt x="5873750" y="3684808"/>
                </a:lnTo>
                <a:lnTo>
                  <a:pt x="0" y="3684808"/>
                </a:lnTo>
                <a:close/>
              </a:path>
            </a:pathLst>
          </a:custGeom>
          <a:pattFill prst="pct5">
            <a:fgClr>
              <a:srgbClr val="0073F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39073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D6F12B5-30B1-EE47-319C-4CF4B7C6ECDD}"/>
              </a:ext>
            </a:extLst>
          </p:cNvPr>
          <p:cNvSpPr/>
          <p:nvPr userDrawn="1"/>
        </p:nvSpPr>
        <p:spPr>
          <a:xfrm>
            <a:off x="5390559" y="0"/>
            <a:ext cx="6801441" cy="4423579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rgbClr val="EB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6" name="Rectangle 48">
            <a:extLst>
              <a:ext uri="{FF2B5EF4-FFF2-40B4-BE49-F238E27FC236}">
                <a16:creationId xmlns:a16="http://schemas.microsoft.com/office/drawing/2014/main" id="{3C9BB767-6DC1-B848-E22F-5A63D1624075}"/>
              </a:ext>
            </a:extLst>
          </p:cNvPr>
          <p:cNvSpPr/>
          <p:nvPr userDrawn="1"/>
        </p:nvSpPr>
        <p:spPr>
          <a:xfrm>
            <a:off x="0" y="5236630"/>
            <a:ext cx="12192000" cy="1621371"/>
          </a:xfrm>
          <a:custGeom>
            <a:avLst/>
            <a:gdLst>
              <a:gd name="connsiteX0" fmla="*/ 0 w 18288000"/>
              <a:gd name="connsiteY0" fmla="*/ 0 h 1504950"/>
              <a:gd name="connsiteX1" fmla="*/ 18288000 w 18288000"/>
              <a:gd name="connsiteY1" fmla="*/ 0 h 1504950"/>
              <a:gd name="connsiteX2" fmla="*/ 18288000 w 18288000"/>
              <a:gd name="connsiteY2" fmla="*/ 1504950 h 1504950"/>
              <a:gd name="connsiteX3" fmla="*/ 0 w 18288000"/>
              <a:gd name="connsiteY3" fmla="*/ 1504950 h 1504950"/>
              <a:gd name="connsiteX4" fmla="*/ 0 w 18288000"/>
              <a:gd name="connsiteY4" fmla="*/ 0 h 1504950"/>
              <a:gd name="connsiteX0" fmla="*/ 0 w 18288000"/>
              <a:gd name="connsiteY0" fmla="*/ 770466 h 2275416"/>
              <a:gd name="connsiteX1" fmla="*/ 18288000 w 18288000"/>
              <a:gd name="connsiteY1" fmla="*/ 770466 h 2275416"/>
              <a:gd name="connsiteX2" fmla="*/ 18288000 w 18288000"/>
              <a:gd name="connsiteY2" fmla="*/ 2275416 h 2275416"/>
              <a:gd name="connsiteX3" fmla="*/ 0 w 18288000"/>
              <a:gd name="connsiteY3" fmla="*/ 2275416 h 2275416"/>
              <a:gd name="connsiteX4" fmla="*/ 0 w 18288000"/>
              <a:gd name="connsiteY4" fmla="*/ 770466 h 2275416"/>
              <a:gd name="connsiteX0" fmla="*/ 0 w 18288000"/>
              <a:gd name="connsiteY0" fmla="*/ 714525 h 2219475"/>
              <a:gd name="connsiteX1" fmla="*/ 18288000 w 18288000"/>
              <a:gd name="connsiteY1" fmla="*/ 714525 h 2219475"/>
              <a:gd name="connsiteX2" fmla="*/ 18288000 w 18288000"/>
              <a:gd name="connsiteY2" fmla="*/ 2219475 h 2219475"/>
              <a:gd name="connsiteX3" fmla="*/ 0 w 18288000"/>
              <a:gd name="connsiteY3" fmla="*/ 2219475 h 2219475"/>
              <a:gd name="connsiteX4" fmla="*/ 0 w 18288000"/>
              <a:gd name="connsiteY4" fmla="*/ 714525 h 2219475"/>
              <a:gd name="connsiteX0" fmla="*/ 0 w 18288000"/>
              <a:gd name="connsiteY0" fmla="*/ 942381 h 2447331"/>
              <a:gd name="connsiteX1" fmla="*/ 18288000 w 18288000"/>
              <a:gd name="connsiteY1" fmla="*/ 942381 h 2447331"/>
              <a:gd name="connsiteX2" fmla="*/ 18288000 w 18288000"/>
              <a:gd name="connsiteY2" fmla="*/ 2447331 h 2447331"/>
              <a:gd name="connsiteX3" fmla="*/ 0 w 18288000"/>
              <a:gd name="connsiteY3" fmla="*/ 2447331 h 2447331"/>
              <a:gd name="connsiteX4" fmla="*/ 0 w 18288000"/>
              <a:gd name="connsiteY4" fmla="*/ 942381 h 2447331"/>
              <a:gd name="connsiteX0" fmla="*/ 0 w 18288000"/>
              <a:gd name="connsiteY0" fmla="*/ 927106 h 2432056"/>
              <a:gd name="connsiteX1" fmla="*/ 18288000 w 18288000"/>
              <a:gd name="connsiteY1" fmla="*/ 927106 h 2432056"/>
              <a:gd name="connsiteX2" fmla="*/ 18288000 w 18288000"/>
              <a:gd name="connsiteY2" fmla="*/ 2432056 h 2432056"/>
              <a:gd name="connsiteX3" fmla="*/ 0 w 18288000"/>
              <a:gd name="connsiteY3" fmla="*/ 2432056 h 2432056"/>
              <a:gd name="connsiteX4" fmla="*/ 0 w 18288000"/>
              <a:gd name="connsiteY4" fmla="*/ 927106 h 2432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2432056">
                <a:moveTo>
                  <a:pt x="0" y="927106"/>
                </a:moveTo>
                <a:cubicBezTo>
                  <a:pt x="10515600" y="1270006"/>
                  <a:pt x="13887450" y="-1320794"/>
                  <a:pt x="18288000" y="927106"/>
                </a:cubicBezTo>
                <a:lnTo>
                  <a:pt x="18288000" y="2432056"/>
                </a:lnTo>
                <a:lnTo>
                  <a:pt x="0" y="2432056"/>
                </a:lnTo>
                <a:lnTo>
                  <a:pt x="0" y="927106"/>
                </a:lnTo>
                <a:close/>
              </a:path>
            </a:pathLst>
          </a:custGeom>
          <a:solidFill>
            <a:srgbClr val="0073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369A8B3-52A7-11E7-478B-B824AEB849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97662" y="431800"/>
            <a:ext cx="3957689" cy="6426200"/>
          </a:xfrm>
          <a:prstGeom prst="rect">
            <a:avLst/>
          </a:prstGeom>
          <a:noFill/>
        </p:spPr>
        <p:txBody>
          <a:bodyPr/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9604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7463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</p:sldLayoutIdLst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5849A-E33F-457C-87D6-6E34D2EBE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1EE8C21-68FF-3833-726B-146453369AB1}"/>
              </a:ext>
            </a:extLst>
          </p:cNvPr>
          <p:cNvSpPr/>
          <p:nvPr/>
        </p:nvSpPr>
        <p:spPr>
          <a:xfrm>
            <a:off x="6326857" y="1782823"/>
            <a:ext cx="5865143" cy="5075177"/>
          </a:xfrm>
          <a:custGeom>
            <a:avLst/>
            <a:gdLst>
              <a:gd name="connsiteX0" fmla="*/ 8797714 w 8797714"/>
              <a:gd name="connsiteY0" fmla="*/ 0 h 7612766"/>
              <a:gd name="connsiteX1" fmla="*/ 8797714 w 8797714"/>
              <a:gd name="connsiteY1" fmla="*/ 7612766 h 7612766"/>
              <a:gd name="connsiteX2" fmla="*/ 757642 w 8797714"/>
              <a:gd name="connsiteY2" fmla="*/ 7612766 h 7612766"/>
              <a:gd name="connsiteX3" fmla="*/ 204645 w 8797714"/>
              <a:gd name="connsiteY3" fmla="*/ 6604619 h 7612766"/>
              <a:gd name="connsiteX4" fmla="*/ 860948 w 8797714"/>
              <a:gd name="connsiteY4" fmla="*/ 4353535 h 761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7714" h="7612766">
                <a:moveTo>
                  <a:pt x="8797714" y="0"/>
                </a:moveTo>
                <a:lnTo>
                  <a:pt x="8797714" y="7612766"/>
                </a:lnTo>
                <a:lnTo>
                  <a:pt x="757642" y="7612766"/>
                </a:lnTo>
                <a:lnTo>
                  <a:pt x="204645" y="6604619"/>
                </a:lnTo>
                <a:cubicBezTo>
                  <a:pt x="-235742" y="5801766"/>
                  <a:pt x="58095" y="4793923"/>
                  <a:pt x="860948" y="43535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10749A12-4968-4845-E100-74B379BA3C5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80" r="13774"/>
          <a:stretch>
            <a:fillRect/>
          </a:stretch>
        </p:blipFill>
        <p:spPr>
          <a:xfrm>
            <a:off x="7580788" y="-19707"/>
            <a:ext cx="5341257" cy="6866310"/>
          </a:xfr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AB060FB-4F65-AE5D-0ABA-75E3A3123D0A}"/>
              </a:ext>
            </a:extLst>
          </p:cNvPr>
          <p:cNvGrpSpPr/>
          <p:nvPr/>
        </p:nvGrpSpPr>
        <p:grpSpPr>
          <a:xfrm>
            <a:off x="877729" y="1460744"/>
            <a:ext cx="7903563" cy="876122"/>
            <a:chOff x="748823" y="382403"/>
            <a:chExt cx="7903563" cy="251228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18D324A-130C-C786-4904-6F0C5E1817BA}"/>
                </a:ext>
              </a:extLst>
            </p:cNvPr>
            <p:cNvSpPr txBox="1"/>
            <p:nvPr/>
          </p:nvSpPr>
          <p:spPr>
            <a:xfrm>
              <a:off x="748823" y="2438469"/>
              <a:ext cx="5116321" cy="4562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en-IN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FC183B4-C559-2A70-C4B4-BCB49F2382A2}"/>
                </a:ext>
              </a:extLst>
            </p:cNvPr>
            <p:cNvSpPr txBox="1"/>
            <p:nvPr/>
          </p:nvSpPr>
          <p:spPr>
            <a:xfrm>
              <a:off x="1948357" y="382403"/>
              <a:ext cx="6704029" cy="2029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000" b="1" dirty="0">
                  <a:solidFill>
                    <a:srgbClr val="0A121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Technical Presentation</a:t>
              </a:r>
              <a:endParaRPr lang="en-IN" sz="4000" b="1" dirty="0">
                <a:solidFill>
                  <a:srgbClr val="0A121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0B7BC53-7547-655B-FB60-95CF080391A7}"/>
              </a:ext>
            </a:extLst>
          </p:cNvPr>
          <p:cNvSpPr/>
          <p:nvPr/>
        </p:nvSpPr>
        <p:spPr>
          <a:xfrm>
            <a:off x="10971096" y="0"/>
            <a:ext cx="1220904" cy="794062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052589-7033-DED1-DA4B-8D6A3D40C44B}"/>
              </a:ext>
            </a:extLst>
          </p:cNvPr>
          <p:cNvSpPr txBox="1"/>
          <p:nvPr/>
        </p:nvSpPr>
        <p:spPr>
          <a:xfrm>
            <a:off x="5637428" y="2336866"/>
            <a:ext cx="62877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A12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IN" sz="2800" b="1" dirty="0">
                <a:solidFill>
                  <a:srgbClr val="0A12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London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06765-33D9-6BF5-3C90-4C14437556A4}"/>
              </a:ext>
            </a:extLst>
          </p:cNvPr>
          <p:cNvSpPr txBox="1"/>
          <p:nvPr/>
        </p:nvSpPr>
        <p:spPr>
          <a:xfrm>
            <a:off x="766917" y="3754358"/>
            <a:ext cx="6287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A12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92D5B4-0D14-5072-87C2-C1536D1BCF83}"/>
              </a:ext>
            </a:extLst>
          </p:cNvPr>
          <p:cNvSpPr txBox="1"/>
          <p:nvPr/>
        </p:nvSpPr>
        <p:spPr>
          <a:xfrm>
            <a:off x="1940583" y="4363850"/>
            <a:ext cx="7054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Kaviarasan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Dwayne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A12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Infant Rufus Paul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rgbClr val="0A12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Selvakumari k</a:t>
            </a:r>
            <a:endParaRPr lang="en-IN" sz="1800" dirty="0">
              <a:solidFill>
                <a:srgbClr val="0A121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58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9A39552-3912-317E-B866-846A3EE1DB13}"/>
              </a:ext>
            </a:extLst>
          </p:cNvPr>
          <p:cNvSpPr/>
          <p:nvPr/>
        </p:nvSpPr>
        <p:spPr>
          <a:xfrm>
            <a:off x="3383592" y="-1"/>
            <a:ext cx="6801441" cy="4423579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C9FCC07-870E-D50B-B922-BD11A207AA4B}"/>
              </a:ext>
            </a:extLst>
          </p:cNvPr>
          <p:cNvSpPr/>
          <p:nvPr/>
        </p:nvSpPr>
        <p:spPr>
          <a:xfrm>
            <a:off x="7267852" y="1750824"/>
            <a:ext cx="4924149" cy="5107177"/>
          </a:xfrm>
          <a:custGeom>
            <a:avLst/>
            <a:gdLst>
              <a:gd name="connsiteX0" fmla="*/ 4686300 w 7386223"/>
              <a:gd name="connsiteY0" fmla="*/ 0 h 7660765"/>
              <a:gd name="connsiteX1" fmla="*/ 7306455 w 7386223"/>
              <a:gd name="connsiteY1" fmla="*/ 800347 h 7660765"/>
              <a:gd name="connsiteX2" fmla="*/ 7386223 w 7386223"/>
              <a:gd name="connsiteY2" fmla="*/ 857072 h 7660765"/>
              <a:gd name="connsiteX3" fmla="*/ 7386223 w 7386223"/>
              <a:gd name="connsiteY3" fmla="*/ 7660765 h 7660765"/>
              <a:gd name="connsiteX4" fmla="*/ 1065049 w 7386223"/>
              <a:gd name="connsiteY4" fmla="*/ 7660765 h 7660765"/>
              <a:gd name="connsiteX5" fmla="*/ 931002 w 7386223"/>
              <a:gd name="connsiteY5" fmla="*/ 7490188 h 7660765"/>
              <a:gd name="connsiteX6" fmla="*/ 0 w 7386223"/>
              <a:gd name="connsiteY6" fmla="*/ 4686300 h 7660765"/>
              <a:gd name="connsiteX7" fmla="*/ 4686300 w 7386223"/>
              <a:gd name="connsiteY7" fmla="*/ 0 h 766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86223" h="7660765">
                <a:moveTo>
                  <a:pt x="4686300" y="0"/>
                </a:moveTo>
                <a:cubicBezTo>
                  <a:pt x="5656864" y="0"/>
                  <a:pt x="6558515" y="295049"/>
                  <a:pt x="7306455" y="800347"/>
                </a:cubicBezTo>
                <a:lnTo>
                  <a:pt x="7386223" y="857072"/>
                </a:lnTo>
                <a:lnTo>
                  <a:pt x="7386223" y="7660765"/>
                </a:lnTo>
                <a:lnTo>
                  <a:pt x="1065049" y="7660765"/>
                </a:lnTo>
                <a:lnTo>
                  <a:pt x="931002" y="7490188"/>
                </a:lnTo>
                <a:cubicBezTo>
                  <a:pt x="346273" y="6708313"/>
                  <a:pt x="0" y="5737745"/>
                  <a:pt x="0" y="4686300"/>
                </a:cubicBezTo>
                <a:cubicBezTo>
                  <a:pt x="0" y="2098128"/>
                  <a:pt x="2098128" y="0"/>
                  <a:pt x="4686300" y="0"/>
                </a:cubicBezTo>
                <a:close/>
              </a:path>
            </a:pathLst>
          </a:custGeom>
          <a:solidFill>
            <a:srgbClr val="F1C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0539815-FD2F-8E13-FFDA-1637E30F53B5}"/>
              </a:ext>
            </a:extLst>
          </p:cNvPr>
          <p:cNvSpPr/>
          <p:nvPr/>
        </p:nvSpPr>
        <p:spPr>
          <a:xfrm>
            <a:off x="7926496" y="2409468"/>
            <a:ext cx="4265504" cy="4448532"/>
          </a:xfrm>
          <a:custGeom>
            <a:avLst/>
            <a:gdLst>
              <a:gd name="connsiteX0" fmla="*/ 3698333 w 6398256"/>
              <a:gd name="connsiteY0" fmla="*/ 0 h 6672798"/>
              <a:gd name="connsiteX1" fmla="*/ 6296894 w 6398256"/>
              <a:gd name="connsiteY1" fmla="*/ 3532064 h 6672798"/>
              <a:gd name="connsiteX2" fmla="*/ 6398256 w 6398256"/>
              <a:gd name="connsiteY2" fmla="*/ 3560847 h 6672798"/>
              <a:gd name="connsiteX3" fmla="*/ 6398256 w 6398256"/>
              <a:gd name="connsiteY3" fmla="*/ 3835820 h 6672798"/>
              <a:gd name="connsiteX4" fmla="*/ 6296894 w 6398256"/>
              <a:gd name="connsiteY4" fmla="*/ 3864603 h 6672798"/>
              <a:gd name="connsiteX5" fmla="*/ 3773470 w 6398256"/>
              <a:gd name="connsiteY5" fmla="*/ 6651323 h 6672798"/>
              <a:gd name="connsiteX6" fmla="*/ 3769635 w 6398256"/>
              <a:gd name="connsiteY6" fmla="*/ 6672798 h 6672798"/>
              <a:gd name="connsiteX7" fmla="*/ 3627031 w 6398256"/>
              <a:gd name="connsiteY7" fmla="*/ 6672798 h 6672798"/>
              <a:gd name="connsiteX8" fmla="*/ 3623196 w 6398256"/>
              <a:gd name="connsiteY8" fmla="*/ 6651323 h 6672798"/>
              <a:gd name="connsiteX9" fmla="*/ 0 w 6398256"/>
              <a:gd name="connsiteY9" fmla="*/ 3698333 h 6672798"/>
              <a:gd name="connsiteX10" fmla="*/ 3698333 w 6398256"/>
              <a:gd name="connsiteY10" fmla="*/ 0 h 6672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98256" h="6672798">
                <a:moveTo>
                  <a:pt x="3698333" y="0"/>
                </a:moveTo>
                <a:cubicBezTo>
                  <a:pt x="3698333" y="1659558"/>
                  <a:pt x="4791419" y="3063812"/>
                  <a:pt x="6296894" y="3532064"/>
                </a:cubicBezTo>
                <a:lnTo>
                  <a:pt x="6398256" y="3560847"/>
                </a:lnTo>
                <a:lnTo>
                  <a:pt x="6398256" y="3835820"/>
                </a:lnTo>
                <a:lnTo>
                  <a:pt x="6296894" y="3864603"/>
                </a:lnTo>
                <a:cubicBezTo>
                  <a:pt x="5023030" y="4260816"/>
                  <a:pt x="4044428" y="5327184"/>
                  <a:pt x="3773470" y="6651323"/>
                </a:cubicBezTo>
                <a:lnTo>
                  <a:pt x="3769635" y="6672798"/>
                </a:lnTo>
                <a:lnTo>
                  <a:pt x="3627031" y="6672798"/>
                </a:lnTo>
                <a:lnTo>
                  <a:pt x="3623196" y="6651323"/>
                </a:lnTo>
                <a:cubicBezTo>
                  <a:pt x="3278340" y="4966055"/>
                  <a:pt x="1787217" y="3698333"/>
                  <a:pt x="0" y="3698333"/>
                </a:cubicBezTo>
                <a:cubicBezTo>
                  <a:pt x="2042533" y="3698333"/>
                  <a:pt x="3698333" y="2042533"/>
                  <a:pt x="36983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2F49933-218F-D045-F706-2EB6A2BB7B90}"/>
              </a:ext>
            </a:extLst>
          </p:cNvPr>
          <p:cNvSpPr/>
          <p:nvPr/>
        </p:nvSpPr>
        <p:spPr>
          <a:xfrm>
            <a:off x="0" y="5625018"/>
            <a:ext cx="3199032" cy="1232982"/>
          </a:xfrm>
          <a:custGeom>
            <a:avLst/>
            <a:gdLst>
              <a:gd name="connsiteX0" fmla="*/ 2040877 w 6522592"/>
              <a:gd name="connsiteY0" fmla="*/ 0 h 2513962"/>
              <a:gd name="connsiteX1" fmla="*/ 6323501 w 6522592"/>
              <a:gd name="connsiteY1" fmla="*/ 2211471 h 2513962"/>
              <a:gd name="connsiteX2" fmla="*/ 6522592 w 6522592"/>
              <a:gd name="connsiteY2" fmla="*/ 2513962 h 2513962"/>
              <a:gd name="connsiteX3" fmla="*/ 4779086 w 6522592"/>
              <a:gd name="connsiteY3" fmla="*/ 2513962 h 2513962"/>
              <a:gd name="connsiteX4" fmla="*/ 4709308 w 6522592"/>
              <a:gd name="connsiteY4" fmla="*/ 2443426 h 2513962"/>
              <a:gd name="connsiteX5" fmla="*/ 2040877 w 6522592"/>
              <a:gd name="connsiteY5" fmla="*/ 1377775 h 2513962"/>
              <a:gd name="connsiteX6" fmla="*/ 194430 w 6522592"/>
              <a:gd name="connsiteY6" fmla="*/ 1845313 h 2513962"/>
              <a:gd name="connsiteX7" fmla="*/ 0 w 6522592"/>
              <a:gd name="connsiteY7" fmla="*/ 1963431 h 2513962"/>
              <a:gd name="connsiteX8" fmla="*/ 0 w 6522592"/>
              <a:gd name="connsiteY8" fmla="*/ 411410 h 2513962"/>
              <a:gd name="connsiteX9" fmla="*/ 235236 w 6522592"/>
              <a:gd name="connsiteY9" fmla="*/ 318659 h 2513962"/>
              <a:gd name="connsiteX10" fmla="*/ 2040877 w 6522592"/>
              <a:gd name="connsiteY10" fmla="*/ 0 h 2513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22592" h="2513962">
                <a:moveTo>
                  <a:pt x="2040877" y="0"/>
                </a:moveTo>
                <a:cubicBezTo>
                  <a:pt x="3808261" y="0"/>
                  <a:pt x="5371726" y="873080"/>
                  <a:pt x="6323501" y="2211471"/>
                </a:cubicBezTo>
                <a:lnTo>
                  <a:pt x="6522592" y="2513962"/>
                </a:lnTo>
                <a:lnTo>
                  <a:pt x="4779086" y="2513962"/>
                </a:lnTo>
                <a:lnTo>
                  <a:pt x="4709308" y="2443426"/>
                </a:lnTo>
                <a:cubicBezTo>
                  <a:pt x="4014585" y="1783042"/>
                  <a:pt x="3075059" y="1377775"/>
                  <a:pt x="2040877" y="1377775"/>
                </a:cubicBezTo>
                <a:cubicBezTo>
                  <a:pt x="1372315" y="1377775"/>
                  <a:pt x="743310" y="1547143"/>
                  <a:pt x="194430" y="1845313"/>
                </a:cubicBezTo>
                <a:lnTo>
                  <a:pt x="0" y="1963431"/>
                </a:lnTo>
                <a:lnTo>
                  <a:pt x="0" y="411410"/>
                </a:lnTo>
                <a:lnTo>
                  <a:pt x="235236" y="318659"/>
                </a:lnTo>
                <a:cubicBezTo>
                  <a:pt x="798264" y="112507"/>
                  <a:pt x="1406432" y="0"/>
                  <a:pt x="204087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3610D6-966A-EFE1-4BF8-687F1017D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1333" y="-1"/>
            <a:ext cx="5680668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9E9E20-93B6-E8BA-12F4-42381CFA5E05}"/>
              </a:ext>
            </a:extLst>
          </p:cNvPr>
          <p:cNvSpPr txBox="1"/>
          <p:nvPr/>
        </p:nvSpPr>
        <p:spPr>
          <a:xfrm>
            <a:off x="143749" y="4053451"/>
            <a:ext cx="13310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B2A3FA2B-A2F8-1DF2-D2C3-5883ACAE5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031" y="1413354"/>
            <a:ext cx="7031821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is mainly used to store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(data in rows and columns)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 is used to manage data in databases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in banks, colleges, websites, and mobile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to store, retrieve, update, and delete information easily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Chosen because it is simple, fast, reliable, and handles large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A695C4-19A5-6A96-08C3-B146F2B48DF3}"/>
              </a:ext>
            </a:extLst>
          </p:cNvPr>
          <p:cNvSpPr txBox="1"/>
          <p:nvPr/>
        </p:nvSpPr>
        <p:spPr>
          <a:xfrm>
            <a:off x="837832" y="394655"/>
            <a:ext cx="83495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-</a:t>
            </a:r>
            <a:r>
              <a:rPr lang="en-US" altLang="en-US" sz="4000" dirty="0">
                <a:latin typeface="Arial" panose="020B0604020202020204" pitchFamily="34" charset="0"/>
              </a:rPr>
              <a:t> 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Query Language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DC18F4-70BC-76A3-6DF6-CBB9C09614BF}"/>
              </a:ext>
            </a:extLst>
          </p:cNvPr>
          <p:cNvSpPr txBox="1"/>
          <p:nvPr/>
        </p:nvSpPr>
        <p:spPr>
          <a:xfrm>
            <a:off x="143749" y="4578960"/>
            <a:ext cx="69478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student details, bank accounts, and online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shopping data using SQL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4B40CA2-EF53-8F3E-16DD-9825C852B6A7}"/>
              </a:ext>
            </a:extLst>
          </p:cNvPr>
          <p:cNvSpPr/>
          <p:nvPr/>
        </p:nvSpPr>
        <p:spPr>
          <a:xfrm rot="16200000">
            <a:off x="10196289" y="4369394"/>
            <a:ext cx="662527" cy="3744227"/>
          </a:xfrm>
          <a:prstGeom prst="roundRect">
            <a:avLst>
              <a:gd name="adj" fmla="val 27739"/>
            </a:avLst>
          </a:prstGeom>
          <a:solidFill>
            <a:srgbClr val="0A1216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8A3F5E-AFB5-7B57-AD0C-6746DCDF3431}"/>
              </a:ext>
            </a:extLst>
          </p:cNvPr>
          <p:cNvSpPr txBox="1"/>
          <p:nvPr/>
        </p:nvSpPr>
        <p:spPr>
          <a:xfrm>
            <a:off x="9415307" y="5910242"/>
            <a:ext cx="2512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</a:t>
            </a:r>
            <a:endParaRPr lang="en-IN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395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E67A61A-8F38-4093-48ED-6AE96BDF842E}"/>
              </a:ext>
            </a:extLst>
          </p:cNvPr>
          <p:cNvSpPr/>
          <p:nvPr/>
        </p:nvSpPr>
        <p:spPr>
          <a:xfrm rot="10800000">
            <a:off x="-26514" y="5565058"/>
            <a:ext cx="1933608" cy="1292942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rgbClr val="0A12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DE7C7-F664-16D4-92E6-973BF2E815D7}"/>
              </a:ext>
            </a:extLst>
          </p:cNvPr>
          <p:cNvSpPr txBox="1"/>
          <p:nvPr/>
        </p:nvSpPr>
        <p:spPr>
          <a:xfrm>
            <a:off x="1611668" y="415498"/>
            <a:ext cx="78223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– Tool, Commands &amp; output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A69A1-6B04-A099-79D6-0BA1C2B6FBBA}"/>
              </a:ext>
            </a:extLst>
          </p:cNvPr>
          <p:cNvSpPr txBox="1"/>
          <p:nvPr/>
        </p:nvSpPr>
        <p:spPr>
          <a:xfrm>
            <a:off x="570271" y="1222420"/>
            <a:ext cx="1563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DB96D74-A3FA-592F-155E-9411CFDE6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396" y="1532338"/>
            <a:ext cx="286313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Oracle Database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C4AF7-FEEE-B4C5-3BBF-6E6018725C18}"/>
              </a:ext>
            </a:extLst>
          </p:cNvPr>
          <p:cNvSpPr txBox="1"/>
          <p:nvPr/>
        </p:nvSpPr>
        <p:spPr>
          <a:xfrm>
            <a:off x="570271" y="2851496"/>
            <a:ext cx="6941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SQL Syntax :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662BF7-A2A2-0097-8936-87B58482208B}"/>
              </a:ext>
            </a:extLst>
          </p:cNvPr>
          <p:cNvSpPr txBox="1"/>
          <p:nvPr/>
        </p:nvSpPr>
        <p:spPr>
          <a:xfrm>
            <a:off x="1351935" y="3280242"/>
            <a:ext cx="6941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table_name;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0EB6C-811C-E49D-A726-F15CBCFE9FBE}"/>
              </a:ext>
            </a:extLst>
          </p:cNvPr>
          <p:cNvSpPr txBox="1"/>
          <p:nvPr/>
        </p:nvSpPr>
        <p:spPr>
          <a:xfrm>
            <a:off x="1351935" y="4078320"/>
            <a:ext cx="69415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– create a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– add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– change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– remove 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A424EA-2885-2215-EB86-090276A81A20}"/>
              </a:ext>
            </a:extLst>
          </p:cNvPr>
          <p:cNvSpPr txBox="1"/>
          <p:nvPr/>
        </p:nvSpPr>
        <p:spPr>
          <a:xfrm>
            <a:off x="570271" y="3708988"/>
            <a:ext cx="6941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Commands: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D43AE4-54A7-6B76-19CB-0BC280C2D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36"/>
          <a:stretch>
            <a:fillRect/>
          </a:stretch>
        </p:blipFill>
        <p:spPr>
          <a:xfrm>
            <a:off x="6158913" y="1222420"/>
            <a:ext cx="5832520" cy="503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180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E8A0F4B7-9554-1BF0-720D-AFCEC234B614}"/>
              </a:ext>
            </a:extLst>
          </p:cNvPr>
          <p:cNvSpPr>
            <a:spLocks noGrp="1"/>
          </p:cNvSpPr>
          <p:nvPr/>
        </p:nvSpPr>
        <p:spPr>
          <a:xfrm>
            <a:off x="1239633" y="1511630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">
            <a:extLst>
              <a:ext uri="{FF2B5EF4-FFF2-40B4-BE49-F238E27FC236}">
                <a16:creationId xmlns:a16="http://schemas.microsoft.com/office/drawing/2014/main" id="{A961E72B-0B13-85E8-06E7-D18B36A84AA2}"/>
              </a:ext>
            </a:extLst>
          </p:cNvPr>
          <p:cNvSpPr txBox="1"/>
          <p:nvPr/>
        </p:nvSpPr>
        <p:spPr>
          <a:xfrm>
            <a:off x="2666163" y="512656"/>
            <a:ext cx="6117379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3000" b="1"/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Level vs High Level Languages</a:t>
            </a:r>
          </a:p>
        </p:txBody>
      </p:sp>
      <p:sp>
        <p:nvSpPr>
          <p:cNvPr id="21" name="Gear 6 3">
            <a:extLst>
              <a:ext uri="{FF2B5EF4-FFF2-40B4-BE49-F238E27FC236}">
                <a16:creationId xmlns:a16="http://schemas.microsoft.com/office/drawing/2014/main" id="{BB92C318-9791-14F0-693D-F3A7D78C7DA0}"/>
              </a:ext>
            </a:extLst>
          </p:cNvPr>
          <p:cNvSpPr/>
          <p:nvPr/>
        </p:nvSpPr>
        <p:spPr>
          <a:xfrm>
            <a:off x="2568822" y="1711216"/>
            <a:ext cx="1097280" cy="1005840"/>
          </a:xfrm>
          <a:prstGeom prst="gear6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6E52C-91C8-2AA5-E4CF-3208FF177065}"/>
              </a:ext>
            </a:extLst>
          </p:cNvPr>
          <p:cNvSpPr/>
          <p:nvPr/>
        </p:nvSpPr>
        <p:spPr>
          <a:xfrm>
            <a:off x="7666848" y="1708975"/>
            <a:ext cx="1463040" cy="100584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A78D9F7D-9485-1560-CDC1-68E97715DB68}"/>
              </a:ext>
            </a:extLst>
          </p:cNvPr>
          <p:cNvSpPr txBox="1"/>
          <p:nvPr/>
        </p:nvSpPr>
        <p:spPr>
          <a:xfrm>
            <a:off x="1248269" y="3243675"/>
            <a:ext cx="4277459" cy="235641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 sz="20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Level Language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Closer to hardware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dependent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fast execution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read &amp; write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Machine, Assembly</a:t>
            </a: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96126679-AEC8-F0A1-4542-02FF4E334DC7}"/>
              </a:ext>
            </a:extLst>
          </p:cNvPr>
          <p:cNvSpPr txBox="1"/>
          <p:nvPr/>
        </p:nvSpPr>
        <p:spPr>
          <a:xfrm>
            <a:off x="6666273" y="3243675"/>
            <a:ext cx="4080812" cy="235641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 sz="20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Level Language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readable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independent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learn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OOP &amp; security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C, C++, Java, Python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968A902-8946-E2B8-E16F-B793DB434473}"/>
              </a:ext>
            </a:extLst>
          </p:cNvPr>
          <p:cNvSpPr/>
          <p:nvPr/>
        </p:nvSpPr>
        <p:spPr>
          <a:xfrm>
            <a:off x="0" y="5698344"/>
            <a:ext cx="3008782" cy="1159656"/>
          </a:xfrm>
          <a:custGeom>
            <a:avLst/>
            <a:gdLst>
              <a:gd name="connsiteX0" fmla="*/ 2040877 w 6522592"/>
              <a:gd name="connsiteY0" fmla="*/ 0 h 2513962"/>
              <a:gd name="connsiteX1" fmla="*/ 6323501 w 6522592"/>
              <a:gd name="connsiteY1" fmla="*/ 2211471 h 2513962"/>
              <a:gd name="connsiteX2" fmla="*/ 6522592 w 6522592"/>
              <a:gd name="connsiteY2" fmla="*/ 2513962 h 2513962"/>
              <a:gd name="connsiteX3" fmla="*/ 4779086 w 6522592"/>
              <a:gd name="connsiteY3" fmla="*/ 2513962 h 2513962"/>
              <a:gd name="connsiteX4" fmla="*/ 4709308 w 6522592"/>
              <a:gd name="connsiteY4" fmla="*/ 2443426 h 2513962"/>
              <a:gd name="connsiteX5" fmla="*/ 2040877 w 6522592"/>
              <a:gd name="connsiteY5" fmla="*/ 1377775 h 2513962"/>
              <a:gd name="connsiteX6" fmla="*/ 194430 w 6522592"/>
              <a:gd name="connsiteY6" fmla="*/ 1845313 h 2513962"/>
              <a:gd name="connsiteX7" fmla="*/ 0 w 6522592"/>
              <a:gd name="connsiteY7" fmla="*/ 1963431 h 2513962"/>
              <a:gd name="connsiteX8" fmla="*/ 0 w 6522592"/>
              <a:gd name="connsiteY8" fmla="*/ 411410 h 2513962"/>
              <a:gd name="connsiteX9" fmla="*/ 235236 w 6522592"/>
              <a:gd name="connsiteY9" fmla="*/ 318659 h 2513962"/>
              <a:gd name="connsiteX10" fmla="*/ 2040877 w 6522592"/>
              <a:gd name="connsiteY10" fmla="*/ 0 h 2513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22592" h="2513962">
                <a:moveTo>
                  <a:pt x="2040877" y="0"/>
                </a:moveTo>
                <a:cubicBezTo>
                  <a:pt x="3808261" y="0"/>
                  <a:pt x="5371726" y="873080"/>
                  <a:pt x="6323501" y="2211471"/>
                </a:cubicBezTo>
                <a:lnTo>
                  <a:pt x="6522592" y="2513962"/>
                </a:lnTo>
                <a:lnTo>
                  <a:pt x="4779086" y="2513962"/>
                </a:lnTo>
                <a:lnTo>
                  <a:pt x="4709308" y="2443426"/>
                </a:lnTo>
                <a:cubicBezTo>
                  <a:pt x="4014585" y="1783042"/>
                  <a:pt x="3075059" y="1377775"/>
                  <a:pt x="2040877" y="1377775"/>
                </a:cubicBezTo>
                <a:cubicBezTo>
                  <a:pt x="1372315" y="1377775"/>
                  <a:pt x="743310" y="1547143"/>
                  <a:pt x="194430" y="1845313"/>
                </a:cubicBezTo>
                <a:lnTo>
                  <a:pt x="0" y="1963431"/>
                </a:lnTo>
                <a:lnTo>
                  <a:pt x="0" y="411410"/>
                </a:lnTo>
                <a:lnTo>
                  <a:pt x="235236" y="318659"/>
                </a:lnTo>
                <a:cubicBezTo>
                  <a:pt x="798264" y="112507"/>
                  <a:pt x="1406432" y="0"/>
                  <a:pt x="2040877" y="0"/>
                </a:cubicBezTo>
                <a:close/>
              </a:path>
            </a:pathLst>
          </a:custGeom>
          <a:solidFill>
            <a:srgbClr val="F1C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</p:spTree>
    <p:extLst>
      <p:ext uri="{BB962C8B-B14F-4D97-AF65-F5344CB8AC3E}">
        <p14:creationId xmlns:p14="http://schemas.microsoft.com/office/powerpoint/2010/main" val="3119394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6AFEFFC5-1FB7-DD6F-E572-710AC64E82B0}"/>
              </a:ext>
            </a:extLst>
          </p:cNvPr>
          <p:cNvSpPr>
            <a:spLocks noGrp="1"/>
          </p:cNvSpPr>
          <p:nvPr/>
        </p:nvSpPr>
        <p:spPr>
          <a:xfrm>
            <a:off x="1359375" y="1634740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">
            <a:extLst>
              <a:ext uri="{FF2B5EF4-FFF2-40B4-BE49-F238E27FC236}">
                <a16:creationId xmlns:a16="http://schemas.microsoft.com/office/drawing/2014/main" id="{771C1A72-3026-E397-8E7F-A84220275E35}"/>
              </a:ext>
            </a:extLst>
          </p:cNvPr>
          <p:cNvSpPr txBox="1"/>
          <p:nvPr/>
        </p:nvSpPr>
        <p:spPr>
          <a:xfrm>
            <a:off x="1942296" y="544732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30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vs Interpreter</a:t>
            </a:r>
          </a:p>
        </p:txBody>
      </p:sp>
      <p:sp>
        <p:nvSpPr>
          <p:cNvPr id="31" name="Rounded Rectangle 3">
            <a:extLst>
              <a:ext uri="{FF2B5EF4-FFF2-40B4-BE49-F238E27FC236}">
                <a16:creationId xmlns:a16="http://schemas.microsoft.com/office/drawing/2014/main" id="{03FF471F-57D8-9CAC-9409-3C935DE475FF}"/>
              </a:ext>
            </a:extLst>
          </p:cNvPr>
          <p:cNvSpPr/>
          <p:nvPr/>
        </p:nvSpPr>
        <p:spPr>
          <a:xfrm>
            <a:off x="1071716" y="1954623"/>
            <a:ext cx="1755201" cy="723406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</a:p>
        </p:txBody>
      </p:sp>
      <p:sp>
        <p:nvSpPr>
          <p:cNvPr id="32" name="Rounded Rectangle 4">
            <a:extLst>
              <a:ext uri="{FF2B5EF4-FFF2-40B4-BE49-F238E27FC236}">
                <a16:creationId xmlns:a16="http://schemas.microsoft.com/office/drawing/2014/main" id="{4FD70459-738A-DB00-F4AF-B70CF5D0C724}"/>
              </a:ext>
            </a:extLst>
          </p:cNvPr>
          <p:cNvSpPr/>
          <p:nvPr/>
        </p:nvSpPr>
        <p:spPr>
          <a:xfrm>
            <a:off x="4830406" y="1996506"/>
            <a:ext cx="1874527" cy="684866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/ Interpreter</a:t>
            </a:r>
          </a:p>
        </p:txBody>
      </p:sp>
      <p:sp>
        <p:nvSpPr>
          <p:cNvPr id="33" name="Rounded Rectangle 5">
            <a:extLst>
              <a:ext uri="{FF2B5EF4-FFF2-40B4-BE49-F238E27FC236}">
                <a16:creationId xmlns:a16="http://schemas.microsoft.com/office/drawing/2014/main" id="{4B22E96E-D004-3152-97CF-992395399997}"/>
              </a:ext>
            </a:extLst>
          </p:cNvPr>
          <p:cNvSpPr/>
          <p:nvPr/>
        </p:nvSpPr>
        <p:spPr>
          <a:xfrm>
            <a:off x="8708422" y="2004073"/>
            <a:ext cx="1467542" cy="619262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F7B5066-8539-B695-3C79-13B573CC6D79}"/>
              </a:ext>
            </a:extLst>
          </p:cNvPr>
          <p:cNvSpPr/>
          <p:nvPr/>
        </p:nvSpPr>
        <p:spPr>
          <a:xfrm>
            <a:off x="0" y="5698344"/>
            <a:ext cx="3008782" cy="1159656"/>
          </a:xfrm>
          <a:custGeom>
            <a:avLst/>
            <a:gdLst>
              <a:gd name="connsiteX0" fmla="*/ 2040877 w 6522592"/>
              <a:gd name="connsiteY0" fmla="*/ 0 h 2513962"/>
              <a:gd name="connsiteX1" fmla="*/ 6323501 w 6522592"/>
              <a:gd name="connsiteY1" fmla="*/ 2211471 h 2513962"/>
              <a:gd name="connsiteX2" fmla="*/ 6522592 w 6522592"/>
              <a:gd name="connsiteY2" fmla="*/ 2513962 h 2513962"/>
              <a:gd name="connsiteX3" fmla="*/ 4779086 w 6522592"/>
              <a:gd name="connsiteY3" fmla="*/ 2513962 h 2513962"/>
              <a:gd name="connsiteX4" fmla="*/ 4709308 w 6522592"/>
              <a:gd name="connsiteY4" fmla="*/ 2443426 h 2513962"/>
              <a:gd name="connsiteX5" fmla="*/ 2040877 w 6522592"/>
              <a:gd name="connsiteY5" fmla="*/ 1377775 h 2513962"/>
              <a:gd name="connsiteX6" fmla="*/ 194430 w 6522592"/>
              <a:gd name="connsiteY6" fmla="*/ 1845313 h 2513962"/>
              <a:gd name="connsiteX7" fmla="*/ 0 w 6522592"/>
              <a:gd name="connsiteY7" fmla="*/ 1963431 h 2513962"/>
              <a:gd name="connsiteX8" fmla="*/ 0 w 6522592"/>
              <a:gd name="connsiteY8" fmla="*/ 411410 h 2513962"/>
              <a:gd name="connsiteX9" fmla="*/ 235236 w 6522592"/>
              <a:gd name="connsiteY9" fmla="*/ 318659 h 2513962"/>
              <a:gd name="connsiteX10" fmla="*/ 2040877 w 6522592"/>
              <a:gd name="connsiteY10" fmla="*/ 0 h 2513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22592" h="2513962">
                <a:moveTo>
                  <a:pt x="2040877" y="0"/>
                </a:moveTo>
                <a:cubicBezTo>
                  <a:pt x="3808261" y="0"/>
                  <a:pt x="5371726" y="873080"/>
                  <a:pt x="6323501" y="2211471"/>
                </a:cubicBezTo>
                <a:lnTo>
                  <a:pt x="6522592" y="2513962"/>
                </a:lnTo>
                <a:lnTo>
                  <a:pt x="4779086" y="2513962"/>
                </a:lnTo>
                <a:lnTo>
                  <a:pt x="4709308" y="2443426"/>
                </a:lnTo>
                <a:cubicBezTo>
                  <a:pt x="4014585" y="1783042"/>
                  <a:pt x="3075059" y="1377775"/>
                  <a:pt x="2040877" y="1377775"/>
                </a:cubicBezTo>
                <a:cubicBezTo>
                  <a:pt x="1372315" y="1377775"/>
                  <a:pt x="743310" y="1547143"/>
                  <a:pt x="194430" y="1845313"/>
                </a:cubicBezTo>
                <a:lnTo>
                  <a:pt x="0" y="1963431"/>
                </a:lnTo>
                <a:lnTo>
                  <a:pt x="0" y="411410"/>
                </a:lnTo>
                <a:lnTo>
                  <a:pt x="235236" y="318659"/>
                </a:lnTo>
                <a:cubicBezTo>
                  <a:pt x="798264" y="112507"/>
                  <a:pt x="1406432" y="0"/>
                  <a:pt x="2040877" y="0"/>
                </a:cubicBezTo>
                <a:close/>
              </a:path>
            </a:pathLst>
          </a:custGeom>
          <a:solidFill>
            <a:srgbClr val="F1C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98A01F90-C64E-B697-1568-1425711B4CC3}"/>
              </a:ext>
            </a:extLst>
          </p:cNvPr>
          <p:cNvSpPr/>
          <p:nvPr/>
        </p:nvSpPr>
        <p:spPr>
          <a:xfrm>
            <a:off x="3499766" y="2185072"/>
            <a:ext cx="509534" cy="299865"/>
          </a:xfrm>
          <a:prstGeom prst="rightArrow">
            <a:avLst>
              <a:gd name="adj1" fmla="val 33770"/>
              <a:gd name="adj2" fmla="val 65973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D879AF0-3A58-0D2B-40F7-BB1F69939B79}"/>
              </a:ext>
            </a:extLst>
          </p:cNvPr>
          <p:cNvGrpSpPr/>
          <p:nvPr/>
        </p:nvGrpSpPr>
        <p:grpSpPr>
          <a:xfrm>
            <a:off x="6317752" y="1395508"/>
            <a:ext cx="4174337" cy="4101195"/>
            <a:chOff x="7604322" y="1581498"/>
            <a:chExt cx="4174336" cy="4101195"/>
          </a:xfrm>
        </p:grpSpPr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8E8431E0-0BFA-AFAC-8ED5-EF92AF4E337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7716275" y="2040264"/>
              <a:ext cx="154587" cy="96450"/>
            </a:xfrm>
            <a:custGeom>
              <a:avLst/>
              <a:gdLst>
                <a:gd name="T0" fmla="*/ 167 w 333"/>
                <a:gd name="T1" fmla="*/ 0 h 207"/>
                <a:gd name="T2" fmla="*/ 195 w 333"/>
                <a:gd name="T3" fmla="*/ 12 h 207"/>
                <a:gd name="T4" fmla="*/ 318 w 333"/>
                <a:gd name="T5" fmla="*/ 135 h 207"/>
                <a:gd name="T6" fmla="*/ 318 w 333"/>
                <a:gd name="T7" fmla="*/ 191 h 207"/>
                <a:gd name="T8" fmla="*/ 261 w 333"/>
                <a:gd name="T9" fmla="*/ 191 h 207"/>
                <a:gd name="T10" fmla="*/ 167 w 333"/>
                <a:gd name="T11" fmla="*/ 97 h 207"/>
                <a:gd name="T12" fmla="*/ 72 w 333"/>
                <a:gd name="T13" fmla="*/ 191 h 207"/>
                <a:gd name="T14" fmla="*/ 16 w 333"/>
                <a:gd name="T15" fmla="*/ 191 h 207"/>
                <a:gd name="T16" fmla="*/ 16 w 333"/>
                <a:gd name="T17" fmla="*/ 135 h 207"/>
                <a:gd name="T18" fmla="*/ 139 w 333"/>
                <a:gd name="T19" fmla="*/ 12 h 207"/>
                <a:gd name="T20" fmla="*/ 167 w 333"/>
                <a:gd name="T21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3" h="207">
                  <a:moveTo>
                    <a:pt x="167" y="0"/>
                  </a:moveTo>
                  <a:cubicBezTo>
                    <a:pt x="177" y="0"/>
                    <a:pt x="187" y="4"/>
                    <a:pt x="195" y="12"/>
                  </a:cubicBezTo>
                  <a:cubicBezTo>
                    <a:pt x="318" y="135"/>
                    <a:pt x="318" y="135"/>
                    <a:pt x="318" y="135"/>
                  </a:cubicBezTo>
                  <a:cubicBezTo>
                    <a:pt x="333" y="150"/>
                    <a:pt x="333" y="176"/>
                    <a:pt x="318" y="191"/>
                  </a:cubicBezTo>
                  <a:cubicBezTo>
                    <a:pt x="302" y="207"/>
                    <a:pt x="277" y="207"/>
                    <a:pt x="261" y="191"/>
                  </a:cubicBezTo>
                  <a:cubicBezTo>
                    <a:pt x="167" y="97"/>
                    <a:pt x="167" y="97"/>
                    <a:pt x="167" y="97"/>
                  </a:cubicBezTo>
                  <a:cubicBezTo>
                    <a:pt x="72" y="191"/>
                    <a:pt x="72" y="191"/>
                    <a:pt x="72" y="191"/>
                  </a:cubicBezTo>
                  <a:cubicBezTo>
                    <a:pt x="57" y="207"/>
                    <a:pt x="32" y="207"/>
                    <a:pt x="16" y="191"/>
                  </a:cubicBezTo>
                  <a:cubicBezTo>
                    <a:pt x="0" y="176"/>
                    <a:pt x="0" y="150"/>
                    <a:pt x="16" y="135"/>
                  </a:cubicBezTo>
                  <a:cubicBezTo>
                    <a:pt x="139" y="12"/>
                    <a:pt x="139" y="12"/>
                    <a:pt x="139" y="12"/>
                  </a:cubicBezTo>
                  <a:cubicBezTo>
                    <a:pt x="146" y="4"/>
                    <a:pt x="157" y="0"/>
                    <a:pt x="16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55EB5A2-5557-CD1A-C362-78671408B63A}"/>
                </a:ext>
              </a:extLst>
            </p:cNvPr>
            <p:cNvSpPr txBox="1"/>
            <p:nvPr/>
          </p:nvSpPr>
          <p:spPr>
            <a:xfrm>
              <a:off x="8344865" y="1581498"/>
              <a:ext cx="34337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endParaRPr lang="en-IN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7946BAE-EC01-8DCA-9DB4-3A83E84765C0}"/>
                </a:ext>
              </a:extLst>
            </p:cNvPr>
            <p:cNvSpPr/>
            <p:nvPr/>
          </p:nvSpPr>
          <p:spPr>
            <a:xfrm rot="16200000">
              <a:off x="7604323" y="3838440"/>
              <a:ext cx="282040" cy="282042"/>
            </a:xfrm>
            <a:prstGeom prst="ellipse">
              <a:avLst/>
            </a:prstGeom>
            <a:solidFill>
              <a:srgbClr val="F1C579"/>
            </a:solidFill>
            <a:ln>
              <a:noFill/>
            </a:ln>
            <a:effectLst>
              <a:outerShdw blurRad="177800" dist="63500" dir="5400000" algn="ctr" rotWithShape="0">
                <a:srgbClr val="000000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4A29A99-F038-20EB-739C-F53F17218DD8}"/>
                </a:ext>
              </a:extLst>
            </p:cNvPr>
            <p:cNvSpPr txBox="1"/>
            <p:nvPr/>
          </p:nvSpPr>
          <p:spPr>
            <a:xfrm>
              <a:off x="8070851" y="3743701"/>
              <a:ext cx="3626879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000" b="1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Interpreter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  <a:defRPr sz="1600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Translates line by line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  <a:defRPr sz="1600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Stops at first error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  <a:defRPr sz="1600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Slower execution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  <a:defRPr sz="1600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Examples: Python, JavaScript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CD41228B-0D39-BADA-2A8F-C08A99324D9B}"/>
              </a:ext>
            </a:extLst>
          </p:cNvPr>
          <p:cNvSpPr txBox="1"/>
          <p:nvPr/>
        </p:nvSpPr>
        <p:spPr>
          <a:xfrm>
            <a:off x="1071716" y="3663846"/>
            <a:ext cx="469595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Interpreter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Translates line by line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Stops at first error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execution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Python, JavaScript</a:t>
            </a:r>
          </a:p>
        </p:txBody>
      </p:sp>
      <p:sp>
        <p:nvSpPr>
          <p:cNvPr id="71" name="Freeform 5">
            <a:extLst>
              <a:ext uri="{FF2B5EF4-FFF2-40B4-BE49-F238E27FC236}">
                <a16:creationId xmlns:a16="http://schemas.microsoft.com/office/drawing/2014/main" id="{9552FCDE-E93B-DF34-43DA-F7E8648CE9CD}"/>
              </a:ext>
            </a:extLst>
          </p:cNvPr>
          <p:cNvSpPr>
            <a:spLocks/>
          </p:cNvSpPr>
          <p:nvPr/>
        </p:nvSpPr>
        <p:spPr bwMode="auto">
          <a:xfrm rot="5400000">
            <a:off x="8012122" y="4168366"/>
            <a:ext cx="154587" cy="96450"/>
          </a:xfrm>
          <a:custGeom>
            <a:avLst/>
            <a:gdLst>
              <a:gd name="T0" fmla="*/ 167 w 333"/>
              <a:gd name="T1" fmla="*/ 0 h 207"/>
              <a:gd name="T2" fmla="*/ 195 w 333"/>
              <a:gd name="T3" fmla="*/ 12 h 207"/>
              <a:gd name="T4" fmla="*/ 318 w 333"/>
              <a:gd name="T5" fmla="*/ 135 h 207"/>
              <a:gd name="T6" fmla="*/ 318 w 333"/>
              <a:gd name="T7" fmla="*/ 191 h 207"/>
              <a:gd name="T8" fmla="*/ 261 w 333"/>
              <a:gd name="T9" fmla="*/ 191 h 207"/>
              <a:gd name="T10" fmla="*/ 167 w 333"/>
              <a:gd name="T11" fmla="*/ 97 h 207"/>
              <a:gd name="T12" fmla="*/ 72 w 333"/>
              <a:gd name="T13" fmla="*/ 191 h 207"/>
              <a:gd name="T14" fmla="*/ 16 w 333"/>
              <a:gd name="T15" fmla="*/ 191 h 207"/>
              <a:gd name="T16" fmla="*/ 16 w 333"/>
              <a:gd name="T17" fmla="*/ 135 h 207"/>
              <a:gd name="T18" fmla="*/ 139 w 333"/>
              <a:gd name="T19" fmla="*/ 12 h 207"/>
              <a:gd name="T20" fmla="*/ 167 w 333"/>
              <a:gd name="T21" fmla="*/ 0 h 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3" h="207">
                <a:moveTo>
                  <a:pt x="167" y="0"/>
                </a:moveTo>
                <a:cubicBezTo>
                  <a:pt x="177" y="0"/>
                  <a:pt x="187" y="4"/>
                  <a:pt x="195" y="12"/>
                </a:cubicBezTo>
                <a:cubicBezTo>
                  <a:pt x="318" y="135"/>
                  <a:pt x="318" y="135"/>
                  <a:pt x="318" y="135"/>
                </a:cubicBezTo>
                <a:cubicBezTo>
                  <a:pt x="333" y="150"/>
                  <a:pt x="333" y="176"/>
                  <a:pt x="318" y="191"/>
                </a:cubicBezTo>
                <a:cubicBezTo>
                  <a:pt x="302" y="207"/>
                  <a:pt x="277" y="207"/>
                  <a:pt x="261" y="191"/>
                </a:cubicBezTo>
                <a:cubicBezTo>
                  <a:pt x="167" y="97"/>
                  <a:pt x="167" y="97"/>
                  <a:pt x="167" y="97"/>
                </a:cubicBezTo>
                <a:cubicBezTo>
                  <a:pt x="72" y="191"/>
                  <a:pt x="72" y="191"/>
                  <a:pt x="72" y="191"/>
                </a:cubicBezTo>
                <a:cubicBezTo>
                  <a:pt x="57" y="207"/>
                  <a:pt x="32" y="207"/>
                  <a:pt x="16" y="191"/>
                </a:cubicBezTo>
                <a:cubicBezTo>
                  <a:pt x="0" y="176"/>
                  <a:pt x="0" y="150"/>
                  <a:pt x="16" y="135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6" y="4"/>
                  <a:pt x="157" y="0"/>
                  <a:pt x="1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77C93BE4-4E91-0372-153E-E923C685C93A}"/>
              </a:ext>
            </a:extLst>
          </p:cNvPr>
          <p:cNvSpPr/>
          <p:nvPr/>
        </p:nvSpPr>
        <p:spPr>
          <a:xfrm rot="16200000">
            <a:off x="789675" y="3713227"/>
            <a:ext cx="282040" cy="282042"/>
          </a:xfrm>
          <a:prstGeom prst="ellipse">
            <a:avLst/>
          </a:prstGeom>
          <a:solidFill>
            <a:srgbClr val="F1C579"/>
          </a:solidFill>
          <a:ln>
            <a:noFill/>
          </a:ln>
          <a:effectLst>
            <a:outerShdw blurRad="177800" dist="63500" dir="5400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73" name="Freeform 5">
            <a:extLst>
              <a:ext uri="{FF2B5EF4-FFF2-40B4-BE49-F238E27FC236}">
                <a16:creationId xmlns:a16="http://schemas.microsoft.com/office/drawing/2014/main" id="{E582210B-019B-F332-9EE9-8B63B92F68D9}"/>
              </a:ext>
            </a:extLst>
          </p:cNvPr>
          <p:cNvSpPr>
            <a:spLocks/>
          </p:cNvSpPr>
          <p:nvPr/>
        </p:nvSpPr>
        <p:spPr bwMode="auto">
          <a:xfrm rot="5400000">
            <a:off x="6576432" y="3875456"/>
            <a:ext cx="165935" cy="96449"/>
          </a:xfrm>
          <a:custGeom>
            <a:avLst/>
            <a:gdLst>
              <a:gd name="T0" fmla="*/ 167 w 333"/>
              <a:gd name="T1" fmla="*/ 0 h 207"/>
              <a:gd name="T2" fmla="*/ 195 w 333"/>
              <a:gd name="T3" fmla="*/ 12 h 207"/>
              <a:gd name="T4" fmla="*/ 318 w 333"/>
              <a:gd name="T5" fmla="*/ 135 h 207"/>
              <a:gd name="T6" fmla="*/ 318 w 333"/>
              <a:gd name="T7" fmla="*/ 191 h 207"/>
              <a:gd name="T8" fmla="*/ 261 w 333"/>
              <a:gd name="T9" fmla="*/ 191 h 207"/>
              <a:gd name="T10" fmla="*/ 167 w 333"/>
              <a:gd name="T11" fmla="*/ 97 h 207"/>
              <a:gd name="T12" fmla="*/ 72 w 333"/>
              <a:gd name="T13" fmla="*/ 191 h 207"/>
              <a:gd name="T14" fmla="*/ 16 w 333"/>
              <a:gd name="T15" fmla="*/ 191 h 207"/>
              <a:gd name="T16" fmla="*/ 16 w 333"/>
              <a:gd name="T17" fmla="*/ 135 h 207"/>
              <a:gd name="T18" fmla="*/ 139 w 333"/>
              <a:gd name="T19" fmla="*/ 12 h 207"/>
              <a:gd name="T20" fmla="*/ 167 w 333"/>
              <a:gd name="T21" fmla="*/ 0 h 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3" h="207">
                <a:moveTo>
                  <a:pt x="167" y="0"/>
                </a:moveTo>
                <a:cubicBezTo>
                  <a:pt x="177" y="0"/>
                  <a:pt x="187" y="4"/>
                  <a:pt x="195" y="12"/>
                </a:cubicBezTo>
                <a:cubicBezTo>
                  <a:pt x="318" y="135"/>
                  <a:pt x="318" y="135"/>
                  <a:pt x="318" y="135"/>
                </a:cubicBezTo>
                <a:cubicBezTo>
                  <a:pt x="333" y="150"/>
                  <a:pt x="333" y="176"/>
                  <a:pt x="318" y="191"/>
                </a:cubicBezTo>
                <a:cubicBezTo>
                  <a:pt x="302" y="207"/>
                  <a:pt x="277" y="207"/>
                  <a:pt x="261" y="191"/>
                </a:cubicBezTo>
                <a:cubicBezTo>
                  <a:pt x="167" y="97"/>
                  <a:pt x="167" y="97"/>
                  <a:pt x="167" y="97"/>
                </a:cubicBezTo>
                <a:cubicBezTo>
                  <a:pt x="72" y="191"/>
                  <a:pt x="72" y="191"/>
                  <a:pt x="72" y="191"/>
                </a:cubicBezTo>
                <a:cubicBezTo>
                  <a:pt x="57" y="207"/>
                  <a:pt x="32" y="207"/>
                  <a:pt x="16" y="191"/>
                </a:cubicBezTo>
                <a:cubicBezTo>
                  <a:pt x="0" y="176"/>
                  <a:pt x="0" y="150"/>
                  <a:pt x="16" y="135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6" y="4"/>
                  <a:pt x="157" y="0"/>
                  <a:pt x="1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9769EAA0-D3CC-28FB-9081-727B5CF231B1}"/>
              </a:ext>
            </a:extLst>
          </p:cNvPr>
          <p:cNvSpPr/>
          <p:nvPr/>
        </p:nvSpPr>
        <p:spPr>
          <a:xfrm>
            <a:off x="7526039" y="2208517"/>
            <a:ext cx="509534" cy="299865"/>
          </a:xfrm>
          <a:prstGeom prst="rightArrow">
            <a:avLst>
              <a:gd name="adj1" fmla="val 33770"/>
              <a:gd name="adj2" fmla="val 65973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4502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F565926-1EAC-40CB-51C1-33E5DF440F9C}"/>
              </a:ext>
            </a:extLst>
          </p:cNvPr>
          <p:cNvSpPr/>
          <p:nvPr/>
        </p:nvSpPr>
        <p:spPr>
          <a:xfrm>
            <a:off x="5390559" y="0"/>
            <a:ext cx="6801441" cy="4423579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E48DBE6-23E1-D96E-987C-C87F5AE34F11}"/>
              </a:ext>
            </a:extLst>
          </p:cNvPr>
          <p:cNvSpPr/>
          <p:nvPr/>
        </p:nvSpPr>
        <p:spPr>
          <a:xfrm>
            <a:off x="0" y="6112978"/>
            <a:ext cx="1932994" cy="745022"/>
          </a:xfrm>
          <a:custGeom>
            <a:avLst/>
            <a:gdLst>
              <a:gd name="connsiteX0" fmla="*/ 2040877 w 6522592"/>
              <a:gd name="connsiteY0" fmla="*/ 0 h 2513962"/>
              <a:gd name="connsiteX1" fmla="*/ 6323501 w 6522592"/>
              <a:gd name="connsiteY1" fmla="*/ 2211471 h 2513962"/>
              <a:gd name="connsiteX2" fmla="*/ 6522592 w 6522592"/>
              <a:gd name="connsiteY2" fmla="*/ 2513962 h 2513962"/>
              <a:gd name="connsiteX3" fmla="*/ 4779086 w 6522592"/>
              <a:gd name="connsiteY3" fmla="*/ 2513962 h 2513962"/>
              <a:gd name="connsiteX4" fmla="*/ 4709308 w 6522592"/>
              <a:gd name="connsiteY4" fmla="*/ 2443426 h 2513962"/>
              <a:gd name="connsiteX5" fmla="*/ 2040877 w 6522592"/>
              <a:gd name="connsiteY5" fmla="*/ 1377775 h 2513962"/>
              <a:gd name="connsiteX6" fmla="*/ 194430 w 6522592"/>
              <a:gd name="connsiteY6" fmla="*/ 1845313 h 2513962"/>
              <a:gd name="connsiteX7" fmla="*/ 0 w 6522592"/>
              <a:gd name="connsiteY7" fmla="*/ 1963431 h 2513962"/>
              <a:gd name="connsiteX8" fmla="*/ 0 w 6522592"/>
              <a:gd name="connsiteY8" fmla="*/ 411410 h 2513962"/>
              <a:gd name="connsiteX9" fmla="*/ 235236 w 6522592"/>
              <a:gd name="connsiteY9" fmla="*/ 318659 h 2513962"/>
              <a:gd name="connsiteX10" fmla="*/ 2040877 w 6522592"/>
              <a:gd name="connsiteY10" fmla="*/ 0 h 2513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22592" h="2513962">
                <a:moveTo>
                  <a:pt x="2040877" y="0"/>
                </a:moveTo>
                <a:cubicBezTo>
                  <a:pt x="3808261" y="0"/>
                  <a:pt x="5371726" y="873080"/>
                  <a:pt x="6323501" y="2211471"/>
                </a:cubicBezTo>
                <a:lnTo>
                  <a:pt x="6522592" y="2513962"/>
                </a:lnTo>
                <a:lnTo>
                  <a:pt x="4779086" y="2513962"/>
                </a:lnTo>
                <a:lnTo>
                  <a:pt x="4709308" y="2443426"/>
                </a:lnTo>
                <a:cubicBezTo>
                  <a:pt x="4014585" y="1783042"/>
                  <a:pt x="3075059" y="1377775"/>
                  <a:pt x="2040877" y="1377775"/>
                </a:cubicBezTo>
                <a:cubicBezTo>
                  <a:pt x="1372315" y="1377775"/>
                  <a:pt x="743310" y="1547143"/>
                  <a:pt x="194430" y="1845313"/>
                </a:cubicBezTo>
                <a:lnTo>
                  <a:pt x="0" y="1963431"/>
                </a:lnTo>
                <a:lnTo>
                  <a:pt x="0" y="411410"/>
                </a:lnTo>
                <a:lnTo>
                  <a:pt x="235236" y="318659"/>
                </a:lnTo>
                <a:cubicBezTo>
                  <a:pt x="798264" y="112507"/>
                  <a:pt x="1406432" y="0"/>
                  <a:pt x="204087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E9E735-D461-0292-B614-9C0F8A353F59}"/>
              </a:ext>
            </a:extLst>
          </p:cNvPr>
          <p:cNvSpPr txBox="1"/>
          <p:nvPr/>
        </p:nvSpPr>
        <p:spPr>
          <a:xfrm>
            <a:off x="1140542" y="1297858"/>
            <a:ext cx="756100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CCNA – Cisco Certified Network Associate</a:t>
            </a:r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48F18C-10D3-2434-4B8A-8B837DF98EAA}"/>
              </a:ext>
            </a:extLst>
          </p:cNvPr>
          <p:cNvSpPr txBox="1"/>
          <p:nvPr/>
        </p:nvSpPr>
        <p:spPr>
          <a:xfrm>
            <a:off x="4729315" y="4625687"/>
            <a:ext cx="64204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Dwayne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00504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FEC42A7-A6A8-11DA-8401-5348E073EA3C}"/>
              </a:ext>
            </a:extLst>
          </p:cNvPr>
          <p:cNvSpPr/>
          <p:nvPr/>
        </p:nvSpPr>
        <p:spPr>
          <a:xfrm>
            <a:off x="8305800" y="0"/>
            <a:ext cx="3886200" cy="6858000"/>
          </a:xfrm>
          <a:prstGeom prst="rect">
            <a:avLst/>
          </a:prstGeom>
          <a:solidFill>
            <a:srgbClr val="0A12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384E987-A4C5-2FC5-04AC-81DA1170E9C9}"/>
              </a:ext>
            </a:extLst>
          </p:cNvPr>
          <p:cNvSpPr>
            <a:spLocks noGrp="1"/>
          </p:cNvSpPr>
          <p:nvPr/>
        </p:nvSpPr>
        <p:spPr>
          <a:xfrm>
            <a:off x="2288374" y="472166"/>
            <a:ext cx="5459446" cy="8846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Ticketing Tool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E3BEAB-1055-E7F7-0697-F269AA0B8F61}"/>
              </a:ext>
            </a:extLst>
          </p:cNvPr>
          <p:cNvSpPr>
            <a:spLocks noGrp="1"/>
          </p:cNvSpPr>
          <p:nvPr/>
        </p:nvSpPr>
        <p:spPr>
          <a:xfrm>
            <a:off x="176042" y="1440293"/>
            <a:ext cx="8129758" cy="3121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ct val="150000"/>
              </a:lnSpc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type of help desk software design to efficiently process, manage and track customer issue from initial submission to resolution.</a:t>
            </a:r>
          </a:p>
          <a:p>
            <a:pPr>
              <a:lnSpc>
                <a:spcPct val="150000"/>
              </a:lnSpc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automatically organize and prioritize support of request in central dashboard.</a:t>
            </a:r>
          </a:p>
          <a:p>
            <a:pPr>
              <a:lnSpc>
                <a:spcPct val="150000"/>
              </a:lnSpc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apply tag, categories and assign tickets as they receive.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249B7F2-E0FC-9BA0-A040-B269B45834AA}"/>
              </a:ext>
            </a:extLst>
          </p:cNvPr>
          <p:cNvSpPr>
            <a:spLocks noGrp="1"/>
          </p:cNvSpPr>
          <p:nvPr/>
        </p:nvSpPr>
        <p:spPr>
          <a:xfrm>
            <a:off x="347763" y="3979032"/>
            <a:ext cx="9404723" cy="7589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Ticketing Tools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89FB77A-16BD-6E70-CBF0-1BC5C6B47C9C}"/>
              </a:ext>
            </a:extLst>
          </p:cNvPr>
          <p:cNvSpPr>
            <a:spLocks noGrp="1"/>
          </p:cNvSpPr>
          <p:nvPr/>
        </p:nvSpPr>
        <p:spPr>
          <a:xfrm>
            <a:off x="1622728" y="4441940"/>
            <a:ext cx="8946541" cy="227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Clr>
                <a:srgbClr val="0A1216"/>
              </a:buClr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track ticket.</a:t>
            </a:r>
          </a:p>
          <a:p>
            <a:pPr>
              <a:buClr>
                <a:srgbClr val="0A1216"/>
              </a:buClr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ticket to specific employees.</a:t>
            </a:r>
          </a:p>
          <a:p>
            <a:pPr>
              <a:buClr>
                <a:srgbClr val="0A1216"/>
              </a:buClr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ticket.</a:t>
            </a:r>
          </a:p>
          <a:p>
            <a:pPr>
              <a:buClr>
                <a:srgbClr val="0A1216"/>
              </a:buClr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base.</a:t>
            </a:r>
          </a:p>
          <a:p>
            <a:pPr>
              <a:buClr>
                <a:srgbClr val="0A1216"/>
              </a:buClr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Level Agreements - SLAS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943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ACFDAD7-41BA-8C4D-7DC2-F8A08AA27089}"/>
              </a:ext>
            </a:extLst>
          </p:cNvPr>
          <p:cNvSpPr/>
          <p:nvPr/>
        </p:nvSpPr>
        <p:spPr>
          <a:xfrm flipH="1">
            <a:off x="0" y="0"/>
            <a:ext cx="5551726" cy="3610778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85E9F5-13A4-74CF-64F3-F9519616B8EB}"/>
              </a:ext>
            </a:extLst>
          </p:cNvPr>
          <p:cNvSpPr/>
          <p:nvPr/>
        </p:nvSpPr>
        <p:spPr>
          <a:xfrm>
            <a:off x="0" y="5698344"/>
            <a:ext cx="3008782" cy="1159656"/>
          </a:xfrm>
          <a:custGeom>
            <a:avLst/>
            <a:gdLst>
              <a:gd name="connsiteX0" fmla="*/ 2040877 w 6522592"/>
              <a:gd name="connsiteY0" fmla="*/ 0 h 2513962"/>
              <a:gd name="connsiteX1" fmla="*/ 6323501 w 6522592"/>
              <a:gd name="connsiteY1" fmla="*/ 2211471 h 2513962"/>
              <a:gd name="connsiteX2" fmla="*/ 6522592 w 6522592"/>
              <a:gd name="connsiteY2" fmla="*/ 2513962 h 2513962"/>
              <a:gd name="connsiteX3" fmla="*/ 4779086 w 6522592"/>
              <a:gd name="connsiteY3" fmla="*/ 2513962 h 2513962"/>
              <a:gd name="connsiteX4" fmla="*/ 4709308 w 6522592"/>
              <a:gd name="connsiteY4" fmla="*/ 2443426 h 2513962"/>
              <a:gd name="connsiteX5" fmla="*/ 2040877 w 6522592"/>
              <a:gd name="connsiteY5" fmla="*/ 1377775 h 2513962"/>
              <a:gd name="connsiteX6" fmla="*/ 194430 w 6522592"/>
              <a:gd name="connsiteY6" fmla="*/ 1845313 h 2513962"/>
              <a:gd name="connsiteX7" fmla="*/ 0 w 6522592"/>
              <a:gd name="connsiteY7" fmla="*/ 1963431 h 2513962"/>
              <a:gd name="connsiteX8" fmla="*/ 0 w 6522592"/>
              <a:gd name="connsiteY8" fmla="*/ 411410 h 2513962"/>
              <a:gd name="connsiteX9" fmla="*/ 235236 w 6522592"/>
              <a:gd name="connsiteY9" fmla="*/ 318659 h 2513962"/>
              <a:gd name="connsiteX10" fmla="*/ 2040877 w 6522592"/>
              <a:gd name="connsiteY10" fmla="*/ 0 h 2513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22592" h="2513962">
                <a:moveTo>
                  <a:pt x="2040877" y="0"/>
                </a:moveTo>
                <a:cubicBezTo>
                  <a:pt x="3808261" y="0"/>
                  <a:pt x="5371726" y="873080"/>
                  <a:pt x="6323501" y="2211471"/>
                </a:cubicBezTo>
                <a:lnTo>
                  <a:pt x="6522592" y="2513962"/>
                </a:lnTo>
                <a:lnTo>
                  <a:pt x="4779086" y="2513962"/>
                </a:lnTo>
                <a:lnTo>
                  <a:pt x="4709308" y="2443426"/>
                </a:lnTo>
                <a:cubicBezTo>
                  <a:pt x="4014585" y="1783042"/>
                  <a:pt x="3075059" y="1377775"/>
                  <a:pt x="2040877" y="1377775"/>
                </a:cubicBezTo>
                <a:cubicBezTo>
                  <a:pt x="1372315" y="1377775"/>
                  <a:pt x="743310" y="1547143"/>
                  <a:pt x="194430" y="1845313"/>
                </a:cubicBezTo>
                <a:lnTo>
                  <a:pt x="0" y="1963431"/>
                </a:lnTo>
                <a:lnTo>
                  <a:pt x="0" y="411410"/>
                </a:lnTo>
                <a:lnTo>
                  <a:pt x="235236" y="318659"/>
                </a:lnTo>
                <a:cubicBezTo>
                  <a:pt x="798264" y="112507"/>
                  <a:pt x="1406432" y="0"/>
                  <a:pt x="204087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715BB31-DB3A-3610-FF4C-D73EDCE14564}"/>
              </a:ext>
            </a:extLst>
          </p:cNvPr>
          <p:cNvSpPr/>
          <p:nvPr/>
        </p:nvSpPr>
        <p:spPr>
          <a:xfrm>
            <a:off x="10766998" y="0"/>
            <a:ext cx="1425002" cy="926804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rgbClr val="F1C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AAB59B9-2B06-C30B-F5B4-F8B13D634F90}"/>
              </a:ext>
            </a:extLst>
          </p:cNvPr>
          <p:cNvSpPr>
            <a:spLocks noGrp="1"/>
          </p:cNvSpPr>
          <p:nvPr/>
        </p:nvSpPr>
        <p:spPr>
          <a:xfrm>
            <a:off x="2775863" y="312676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Level in Ticket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6EEE2B5-29D1-75C1-FCEC-32355CF2A364}"/>
              </a:ext>
            </a:extLst>
          </p:cNvPr>
          <p:cNvSpPr>
            <a:spLocks noGrp="1"/>
          </p:cNvSpPr>
          <p:nvPr/>
        </p:nvSpPr>
        <p:spPr>
          <a:xfrm>
            <a:off x="597060" y="1192696"/>
            <a:ext cx="8946541" cy="474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five types of priority levels in ticket.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table">
            <a:extLst>
              <a:ext uri="{FF2B5EF4-FFF2-40B4-BE49-F238E27FC236}">
                <a16:creationId xmlns:a16="http://schemas.microsoft.com/office/drawing/2014/main" id="{6EA3917E-DAE5-F535-3F41-0128D9F5B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509" y="1800612"/>
            <a:ext cx="6663980" cy="2327864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9586AB9-2B37-FFDF-AA86-385AA39AE46D}"/>
              </a:ext>
            </a:extLst>
          </p:cNvPr>
          <p:cNvSpPr>
            <a:spLocks noGrp="1"/>
          </p:cNvSpPr>
          <p:nvPr/>
        </p:nvSpPr>
        <p:spPr>
          <a:xfrm>
            <a:off x="597060" y="4068784"/>
            <a:ext cx="8806015" cy="7504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Stages Of Ticket Life Cycle 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D82B5ED-0A3C-5C00-154D-EF24AF2DA290}"/>
              </a:ext>
            </a:extLst>
          </p:cNvPr>
          <p:cNvSpPr>
            <a:spLocks noGrp="1"/>
          </p:cNvSpPr>
          <p:nvPr/>
        </p:nvSpPr>
        <p:spPr>
          <a:xfrm>
            <a:off x="3268871" y="4586482"/>
            <a:ext cx="7140511" cy="100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Ticket.</a:t>
            </a:r>
          </a:p>
          <a:p>
            <a:pPr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Ticket.</a:t>
            </a:r>
          </a:p>
          <a:p>
            <a:pPr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 Ticket.</a:t>
            </a:r>
          </a:p>
          <a:p>
            <a:pPr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Resolved Ticket.</a:t>
            </a:r>
          </a:p>
          <a:p>
            <a:pPr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 Ticket.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788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52B486-5124-3BF1-9DFB-5B172F027481}"/>
              </a:ext>
            </a:extLst>
          </p:cNvPr>
          <p:cNvSpPr/>
          <p:nvPr/>
        </p:nvSpPr>
        <p:spPr>
          <a:xfrm>
            <a:off x="8761771" y="0"/>
            <a:ext cx="5829300" cy="6858000"/>
          </a:xfrm>
          <a:prstGeom prst="rect">
            <a:avLst/>
          </a:prstGeom>
          <a:solidFill>
            <a:srgbClr val="0A12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D36A744-93B8-A387-35E3-7FD61EA04115}"/>
              </a:ext>
            </a:extLst>
          </p:cNvPr>
          <p:cNvSpPr/>
          <p:nvPr/>
        </p:nvSpPr>
        <p:spPr>
          <a:xfrm>
            <a:off x="10766998" y="0"/>
            <a:ext cx="1425002" cy="926804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rgbClr val="F1C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C1FDC81-068B-457A-1A21-976E714E9417}"/>
              </a:ext>
            </a:extLst>
          </p:cNvPr>
          <p:cNvSpPr/>
          <p:nvPr/>
        </p:nvSpPr>
        <p:spPr>
          <a:xfrm>
            <a:off x="0" y="5698344"/>
            <a:ext cx="3008782" cy="1159656"/>
          </a:xfrm>
          <a:custGeom>
            <a:avLst/>
            <a:gdLst>
              <a:gd name="connsiteX0" fmla="*/ 2040877 w 6522592"/>
              <a:gd name="connsiteY0" fmla="*/ 0 h 2513962"/>
              <a:gd name="connsiteX1" fmla="*/ 6323501 w 6522592"/>
              <a:gd name="connsiteY1" fmla="*/ 2211471 h 2513962"/>
              <a:gd name="connsiteX2" fmla="*/ 6522592 w 6522592"/>
              <a:gd name="connsiteY2" fmla="*/ 2513962 h 2513962"/>
              <a:gd name="connsiteX3" fmla="*/ 4779086 w 6522592"/>
              <a:gd name="connsiteY3" fmla="*/ 2513962 h 2513962"/>
              <a:gd name="connsiteX4" fmla="*/ 4709308 w 6522592"/>
              <a:gd name="connsiteY4" fmla="*/ 2443426 h 2513962"/>
              <a:gd name="connsiteX5" fmla="*/ 2040877 w 6522592"/>
              <a:gd name="connsiteY5" fmla="*/ 1377775 h 2513962"/>
              <a:gd name="connsiteX6" fmla="*/ 194430 w 6522592"/>
              <a:gd name="connsiteY6" fmla="*/ 1845313 h 2513962"/>
              <a:gd name="connsiteX7" fmla="*/ 0 w 6522592"/>
              <a:gd name="connsiteY7" fmla="*/ 1963431 h 2513962"/>
              <a:gd name="connsiteX8" fmla="*/ 0 w 6522592"/>
              <a:gd name="connsiteY8" fmla="*/ 411410 h 2513962"/>
              <a:gd name="connsiteX9" fmla="*/ 235236 w 6522592"/>
              <a:gd name="connsiteY9" fmla="*/ 318659 h 2513962"/>
              <a:gd name="connsiteX10" fmla="*/ 2040877 w 6522592"/>
              <a:gd name="connsiteY10" fmla="*/ 0 h 2513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22592" h="2513962">
                <a:moveTo>
                  <a:pt x="2040877" y="0"/>
                </a:moveTo>
                <a:cubicBezTo>
                  <a:pt x="3808261" y="0"/>
                  <a:pt x="5371726" y="873080"/>
                  <a:pt x="6323501" y="2211471"/>
                </a:cubicBezTo>
                <a:lnTo>
                  <a:pt x="6522592" y="2513962"/>
                </a:lnTo>
                <a:lnTo>
                  <a:pt x="4779086" y="2513962"/>
                </a:lnTo>
                <a:lnTo>
                  <a:pt x="4709308" y="2443426"/>
                </a:lnTo>
                <a:cubicBezTo>
                  <a:pt x="4014585" y="1783042"/>
                  <a:pt x="3075059" y="1377775"/>
                  <a:pt x="2040877" y="1377775"/>
                </a:cubicBezTo>
                <a:cubicBezTo>
                  <a:pt x="1372315" y="1377775"/>
                  <a:pt x="743310" y="1547143"/>
                  <a:pt x="194430" y="1845313"/>
                </a:cubicBezTo>
                <a:lnTo>
                  <a:pt x="0" y="1963431"/>
                </a:lnTo>
                <a:lnTo>
                  <a:pt x="0" y="411410"/>
                </a:lnTo>
                <a:lnTo>
                  <a:pt x="235236" y="318659"/>
                </a:lnTo>
                <a:cubicBezTo>
                  <a:pt x="798264" y="112507"/>
                  <a:pt x="1406432" y="0"/>
                  <a:pt x="2040877" y="0"/>
                </a:cubicBezTo>
                <a:close/>
              </a:path>
            </a:pathLst>
          </a:custGeom>
          <a:solidFill>
            <a:srgbClr val="F1C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FD7828C-7E69-1E8B-546E-F26049B89675}"/>
              </a:ext>
            </a:extLst>
          </p:cNvPr>
          <p:cNvSpPr>
            <a:spLocks noGrp="1"/>
          </p:cNvSpPr>
          <p:nvPr/>
        </p:nvSpPr>
        <p:spPr>
          <a:xfrm>
            <a:off x="823367" y="356000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Level Agreements - SLAS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E314283-7C8E-B65B-7F1D-4A870FDD92BD}"/>
              </a:ext>
            </a:extLst>
          </p:cNvPr>
          <p:cNvSpPr>
            <a:spLocks noGrp="1"/>
          </p:cNvSpPr>
          <p:nvPr/>
        </p:nvSpPr>
        <p:spPr>
          <a:xfrm>
            <a:off x="823367" y="1629697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Clr>
                <a:srgbClr val="0A1216"/>
              </a:buCl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BASED :</a:t>
            </a:r>
          </a:p>
          <a:p>
            <a:pPr lvl="2"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between provider and customer.</a:t>
            </a:r>
          </a:p>
          <a:p>
            <a:pPr lvl="2"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standards, responsibilities and penalties.</a:t>
            </a:r>
          </a:p>
          <a:p>
            <a:pPr>
              <a:buClr>
                <a:srgbClr val="0A1216"/>
              </a:buCl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rgbClr val="0A1216"/>
              </a:buCl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SLAS :</a:t>
            </a:r>
          </a:p>
          <a:p>
            <a:pPr lvl="2"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communication.</a:t>
            </a:r>
          </a:p>
          <a:p>
            <a:pPr lvl="2"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performance tracking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protection for both parties.</a:t>
            </a:r>
          </a:p>
          <a:p>
            <a:pPr lvl="2"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service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1711546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779DE4-33C2-0852-AC92-FBBDA4BAF552}"/>
              </a:ext>
            </a:extLst>
          </p:cNvPr>
          <p:cNvSpPr/>
          <p:nvPr/>
        </p:nvSpPr>
        <p:spPr>
          <a:xfrm>
            <a:off x="8305800" y="0"/>
            <a:ext cx="3886200" cy="6858000"/>
          </a:xfrm>
          <a:prstGeom prst="rect">
            <a:avLst/>
          </a:prstGeom>
          <a:solidFill>
            <a:srgbClr val="0A12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45586E2-C573-311B-02B9-1E2817F067D6}"/>
              </a:ext>
            </a:extLst>
          </p:cNvPr>
          <p:cNvSpPr/>
          <p:nvPr/>
        </p:nvSpPr>
        <p:spPr>
          <a:xfrm>
            <a:off x="0" y="5698344"/>
            <a:ext cx="3008782" cy="1159656"/>
          </a:xfrm>
          <a:custGeom>
            <a:avLst/>
            <a:gdLst>
              <a:gd name="connsiteX0" fmla="*/ 2040877 w 6522592"/>
              <a:gd name="connsiteY0" fmla="*/ 0 h 2513962"/>
              <a:gd name="connsiteX1" fmla="*/ 6323501 w 6522592"/>
              <a:gd name="connsiteY1" fmla="*/ 2211471 h 2513962"/>
              <a:gd name="connsiteX2" fmla="*/ 6522592 w 6522592"/>
              <a:gd name="connsiteY2" fmla="*/ 2513962 h 2513962"/>
              <a:gd name="connsiteX3" fmla="*/ 4779086 w 6522592"/>
              <a:gd name="connsiteY3" fmla="*/ 2513962 h 2513962"/>
              <a:gd name="connsiteX4" fmla="*/ 4709308 w 6522592"/>
              <a:gd name="connsiteY4" fmla="*/ 2443426 h 2513962"/>
              <a:gd name="connsiteX5" fmla="*/ 2040877 w 6522592"/>
              <a:gd name="connsiteY5" fmla="*/ 1377775 h 2513962"/>
              <a:gd name="connsiteX6" fmla="*/ 194430 w 6522592"/>
              <a:gd name="connsiteY6" fmla="*/ 1845313 h 2513962"/>
              <a:gd name="connsiteX7" fmla="*/ 0 w 6522592"/>
              <a:gd name="connsiteY7" fmla="*/ 1963431 h 2513962"/>
              <a:gd name="connsiteX8" fmla="*/ 0 w 6522592"/>
              <a:gd name="connsiteY8" fmla="*/ 411410 h 2513962"/>
              <a:gd name="connsiteX9" fmla="*/ 235236 w 6522592"/>
              <a:gd name="connsiteY9" fmla="*/ 318659 h 2513962"/>
              <a:gd name="connsiteX10" fmla="*/ 2040877 w 6522592"/>
              <a:gd name="connsiteY10" fmla="*/ 0 h 2513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22592" h="2513962">
                <a:moveTo>
                  <a:pt x="2040877" y="0"/>
                </a:moveTo>
                <a:cubicBezTo>
                  <a:pt x="3808261" y="0"/>
                  <a:pt x="5371726" y="873080"/>
                  <a:pt x="6323501" y="2211471"/>
                </a:cubicBezTo>
                <a:lnTo>
                  <a:pt x="6522592" y="2513962"/>
                </a:lnTo>
                <a:lnTo>
                  <a:pt x="4779086" y="2513962"/>
                </a:lnTo>
                <a:lnTo>
                  <a:pt x="4709308" y="2443426"/>
                </a:lnTo>
                <a:cubicBezTo>
                  <a:pt x="4014585" y="1783042"/>
                  <a:pt x="3075059" y="1377775"/>
                  <a:pt x="2040877" y="1377775"/>
                </a:cubicBezTo>
                <a:cubicBezTo>
                  <a:pt x="1372315" y="1377775"/>
                  <a:pt x="743310" y="1547143"/>
                  <a:pt x="194430" y="1845313"/>
                </a:cubicBezTo>
                <a:lnTo>
                  <a:pt x="0" y="1963431"/>
                </a:lnTo>
                <a:lnTo>
                  <a:pt x="0" y="411410"/>
                </a:lnTo>
                <a:lnTo>
                  <a:pt x="235236" y="318659"/>
                </a:lnTo>
                <a:cubicBezTo>
                  <a:pt x="798264" y="112507"/>
                  <a:pt x="1406432" y="0"/>
                  <a:pt x="2040877" y="0"/>
                </a:cubicBezTo>
                <a:close/>
              </a:path>
            </a:pathLst>
          </a:custGeom>
          <a:solidFill>
            <a:srgbClr val="F1C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623621D-B590-B9C9-41A8-3F11A93EEAD7}"/>
              </a:ext>
            </a:extLst>
          </p:cNvPr>
          <p:cNvSpPr/>
          <p:nvPr/>
        </p:nvSpPr>
        <p:spPr>
          <a:xfrm>
            <a:off x="11000410" y="0"/>
            <a:ext cx="1191590" cy="774996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rgbClr val="F1C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EEA0F-EB27-B30E-21C5-0A655F35FEBB}"/>
              </a:ext>
            </a:extLst>
          </p:cNvPr>
          <p:cNvSpPr>
            <a:spLocks noGrp="1"/>
          </p:cNvSpPr>
          <p:nvPr/>
        </p:nvSpPr>
        <p:spPr>
          <a:xfrm>
            <a:off x="248382" y="473770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Server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119E8-FA03-08E4-9050-41A5475C9557}"/>
              </a:ext>
            </a:extLst>
          </p:cNvPr>
          <p:cNvSpPr>
            <a:spLocks noGrp="1"/>
          </p:cNvSpPr>
          <p:nvPr/>
        </p:nvSpPr>
        <p:spPr>
          <a:xfrm>
            <a:off x="302660" y="1688582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ct val="150000"/>
              </a:lnSpc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data - Collection of documents </a:t>
            </a:r>
          </a:p>
          <a:p>
            <a:pPr>
              <a:lnSpc>
                <a:spcPct val="150000"/>
              </a:lnSpc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the files - Send from server to client</a:t>
            </a:r>
          </a:p>
          <a:p>
            <a:pPr>
              <a:lnSpc>
                <a:spcPct val="150000"/>
              </a:lnSpc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the Active Directory - Create account to employee</a:t>
            </a:r>
          </a:p>
          <a:p>
            <a:pPr>
              <a:lnSpc>
                <a:spcPct val="150000"/>
              </a:lnSpc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the backup</a:t>
            </a:r>
          </a:p>
          <a:p>
            <a:pPr lvl="2">
              <a:lnSpc>
                <a:spcPct val="150000"/>
              </a:lnSpc>
              <a:buClr>
                <a:srgbClr val="0A1216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 Backup</a:t>
            </a:r>
          </a:p>
          <a:p>
            <a:pPr lvl="2">
              <a:lnSpc>
                <a:spcPct val="150000"/>
              </a:lnSpc>
              <a:buClr>
                <a:srgbClr val="0A1216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Backup</a:t>
            </a:r>
          </a:p>
          <a:p>
            <a:pPr>
              <a:lnSpc>
                <a:spcPct val="150000"/>
              </a:lnSpc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Control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053250-01D2-4F80-8F29-D0BAEB6D3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575" y="1989808"/>
            <a:ext cx="5214571" cy="347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26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3991C-A662-DC5C-BF50-FD5944025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19A3C45-32E2-D4CE-FD6F-7055020A508B}"/>
              </a:ext>
            </a:extLst>
          </p:cNvPr>
          <p:cNvSpPr/>
          <p:nvPr/>
        </p:nvSpPr>
        <p:spPr>
          <a:xfrm>
            <a:off x="-91133" y="0"/>
            <a:ext cx="5407944" cy="6858000"/>
          </a:xfrm>
          <a:prstGeom prst="rect">
            <a:avLst/>
          </a:prstGeom>
          <a:solidFill>
            <a:srgbClr val="0A12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  <a:buClr>
                <a:schemeClr val="bg1"/>
              </a:buClr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BB5067B-FFDE-4D13-A370-19A91F7F6C2D}"/>
              </a:ext>
            </a:extLst>
          </p:cNvPr>
          <p:cNvSpPr/>
          <p:nvPr/>
        </p:nvSpPr>
        <p:spPr>
          <a:xfrm>
            <a:off x="11000410" y="0"/>
            <a:ext cx="1191590" cy="774996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rgbClr val="F1C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BD34D-B3F5-7CA6-B555-D8A4FA5B4F51}"/>
              </a:ext>
            </a:extLst>
          </p:cNvPr>
          <p:cNvSpPr>
            <a:spLocks noGrp="1"/>
          </p:cNvSpPr>
          <p:nvPr/>
        </p:nvSpPr>
        <p:spPr>
          <a:xfrm>
            <a:off x="174438" y="91551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Server</a:t>
            </a:r>
            <a:b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6F402-A063-9040-22B7-5B0643F083F2}"/>
              </a:ext>
            </a:extLst>
          </p:cNvPr>
          <p:cNvSpPr>
            <a:spLocks noGrp="1"/>
          </p:cNvSpPr>
          <p:nvPr/>
        </p:nvSpPr>
        <p:spPr>
          <a:xfrm>
            <a:off x="1049754" y="713341"/>
            <a:ext cx="5554294" cy="25822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lvl="1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Server</a:t>
            </a:r>
          </a:p>
          <a:p>
            <a:pPr lvl="1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Server</a:t>
            </a:r>
          </a:p>
          <a:p>
            <a:pPr lvl="1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Server</a:t>
            </a:r>
          </a:p>
          <a:p>
            <a:pPr lvl="1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E-Mail Server</a:t>
            </a:r>
          </a:p>
          <a:p>
            <a:pPr lvl="1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Directory Server</a:t>
            </a:r>
          </a:p>
          <a:p>
            <a:pPr lvl="1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Supply port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Cooling Fan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 port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device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</a:t>
            </a:r>
            <a:endParaRPr lang="en-IN" dirty="0">
              <a:solidFill>
                <a:schemeClr val="bg1"/>
              </a:solidFill>
            </a:endParaRPr>
          </a:p>
          <a:p>
            <a:pPr lvl="1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291220-586A-8B97-9E30-5E4A9CFC7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48" y="334262"/>
            <a:ext cx="4260597" cy="2840398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ABEACDE8-A992-BF52-739D-CB8D10185657}"/>
              </a:ext>
            </a:extLst>
          </p:cNvPr>
          <p:cNvSpPr/>
          <p:nvPr/>
        </p:nvSpPr>
        <p:spPr>
          <a:xfrm>
            <a:off x="5537011" y="1740310"/>
            <a:ext cx="733427" cy="354078"/>
          </a:xfrm>
          <a:prstGeom prst="rightArrow">
            <a:avLst>
              <a:gd name="adj1" fmla="val 41885"/>
              <a:gd name="adj2" fmla="val 78403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BE034E-22AC-1A90-8B19-E2A03C79471E}"/>
              </a:ext>
            </a:extLst>
          </p:cNvPr>
          <p:cNvSpPr txBox="1"/>
          <p:nvPr/>
        </p:nvSpPr>
        <p:spPr>
          <a:xfrm>
            <a:off x="174438" y="329153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 Hardware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6A68AC0-4FAC-4CB4-9366-62E29CB92BC1}"/>
              </a:ext>
            </a:extLst>
          </p:cNvPr>
          <p:cNvSpPr/>
          <p:nvPr/>
        </p:nvSpPr>
        <p:spPr>
          <a:xfrm>
            <a:off x="5492733" y="5095044"/>
            <a:ext cx="681926" cy="343116"/>
          </a:xfrm>
          <a:prstGeom prst="rightArrow">
            <a:avLst>
              <a:gd name="adj1" fmla="val 41885"/>
              <a:gd name="adj2" fmla="val 78403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403BAE7-76D7-A6FF-2F29-C14BAE182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581" y="3606370"/>
            <a:ext cx="4848361" cy="303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69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9225747-4FF8-FD03-6F94-38A1C49C11F3}"/>
              </a:ext>
            </a:extLst>
          </p:cNvPr>
          <p:cNvSpPr/>
          <p:nvPr/>
        </p:nvSpPr>
        <p:spPr>
          <a:xfrm>
            <a:off x="6326857" y="1782823"/>
            <a:ext cx="5865143" cy="5075177"/>
          </a:xfrm>
          <a:custGeom>
            <a:avLst/>
            <a:gdLst>
              <a:gd name="connsiteX0" fmla="*/ 8797714 w 8797714"/>
              <a:gd name="connsiteY0" fmla="*/ 0 h 7612766"/>
              <a:gd name="connsiteX1" fmla="*/ 8797714 w 8797714"/>
              <a:gd name="connsiteY1" fmla="*/ 7612766 h 7612766"/>
              <a:gd name="connsiteX2" fmla="*/ 757642 w 8797714"/>
              <a:gd name="connsiteY2" fmla="*/ 7612766 h 7612766"/>
              <a:gd name="connsiteX3" fmla="*/ 204645 w 8797714"/>
              <a:gd name="connsiteY3" fmla="*/ 6604619 h 7612766"/>
              <a:gd name="connsiteX4" fmla="*/ 860948 w 8797714"/>
              <a:gd name="connsiteY4" fmla="*/ 4353535 h 761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7714" h="7612766">
                <a:moveTo>
                  <a:pt x="8797714" y="0"/>
                </a:moveTo>
                <a:lnTo>
                  <a:pt x="8797714" y="7612766"/>
                </a:lnTo>
                <a:lnTo>
                  <a:pt x="757642" y="7612766"/>
                </a:lnTo>
                <a:lnTo>
                  <a:pt x="204645" y="6604619"/>
                </a:lnTo>
                <a:cubicBezTo>
                  <a:pt x="-235742" y="5801766"/>
                  <a:pt x="58095" y="4793923"/>
                  <a:pt x="860948" y="43535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F97CD7C-5FE7-56AD-54E0-70C30EBC3F1D}"/>
              </a:ext>
            </a:extLst>
          </p:cNvPr>
          <p:cNvSpPr/>
          <p:nvPr/>
        </p:nvSpPr>
        <p:spPr>
          <a:xfrm>
            <a:off x="10971096" y="0"/>
            <a:ext cx="1220904" cy="794062"/>
          </a:xfrm>
          <a:custGeom>
            <a:avLst/>
            <a:gdLst>
              <a:gd name="connsiteX0" fmla="*/ 6485115 w 10202162"/>
              <a:gd name="connsiteY0" fmla="*/ 0 h 6635368"/>
              <a:gd name="connsiteX1" fmla="*/ 10202162 w 10202162"/>
              <a:gd name="connsiteY1" fmla="*/ 0 h 6635368"/>
              <a:gd name="connsiteX2" fmla="*/ 10202162 w 10202162"/>
              <a:gd name="connsiteY2" fmla="*/ 5676539 h 6635368"/>
              <a:gd name="connsiteX3" fmla="*/ 9949268 w 10202162"/>
              <a:gd name="connsiteY3" fmla="*/ 5821951 h 6635368"/>
              <a:gd name="connsiteX4" fmla="*/ 6736836 w 10202162"/>
              <a:gd name="connsiteY4" fmla="*/ 6635368 h 6635368"/>
              <a:gd name="connsiteX5" fmla="*/ 920933 w 10202162"/>
              <a:gd name="connsiteY5" fmla="*/ 3303287 h 6635368"/>
              <a:gd name="connsiteX6" fmla="*/ 902427 w 10202162"/>
              <a:gd name="connsiteY6" fmla="*/ 3270005 h 6635368"/>
              <a:gd name="connsiteX7" fmla="*/ 1132712 w 10202162"/>
              <a:gd name="connsiteY7" fmla="*/ 3295588 h 6635368"/>
              <a:gd name="connsiteX8" fmla="*/ 1603324 w 10202162"/>
              <a:gd name="connsiteY8" fmla="*/ 3316388 h 6635368"/>
              <a:gd name="connsiteX9" fmla="*/ 6442133 w 10202162"/>
              <a:gd name="connsiteY9" fmla="*/ 109010 h 6635368"/>
              <a:gd name="connsiteX10" fmla="*/ 0 w 10202162"/>
              <a:gd name="connsiteY10" fmla="*/ 0 h 6635368"/>
              <a:gd name="connsiteX11" fmla="*/ 4957456 w 10202162"/>
              <a:gd name="connsiteY11" fmla="*/ 0 h 6635368"/>
              <a:gd name="connsiteX12" fmla="*/ 4879315 w 10202162"/>
              <a:gd name="connsiteY12" fmla="*/ 133099 h 6635368"/>
              <a:gd name="connsiteX13" fmla="*/ 1603324 w 10202162"/>
              <a:gd name="connsiteY13" fmla="*/ 1938613 h 6635368"/>
              <a:gd name="connsiteX14" fmla="*/ 406031 w 10202162"/>
              <a:gd name="connsiteY14" fmla="*/ 1750039 h 6635368"/>
              <a:gd name="connsiteX15" fmla="*/ 241020 w 10202162"/>
              <a:gd name="connsiteY15" fmla="*/ 1690781 h 6635368"/>
              <a:gd name="connsiteX16" fmla="*/ 199278 w 10202162"/>
              <a:gd name="connsiteY16" fmla="*/ 1539773 h 6635368"/>
              <a:gd name="connsiteX17" fmla="*/ 6137 w 10202162"/>
              <a:gd name="connsiteY17" fmla="*/ 242711 h 663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02162" h="6635368">
                <a:moveTo>
                  <a:pt x="6485115" y="0"/>
                </a:moveTo>
                <a:lnTo>
                  <a:pt x="10202162" y="0"/>
                </a:lnTo>
                <a:lnTo>
                  <a:pt x="10202162" y="5676539"/>
                </a:lnTo>
                <a:lnTo>
                  <a:pt x="9949268" y="5821951"/>
                </a:lnTo>
                <a:cubicBezTo>
                  <a:pt x="8994330" y="6340704"/>
                  <a:pt x="7899994" y="6635368"/>
                  <a:pt x="6736836" y="6635368"/>
                </a:cubicBezTo>
                <a:cubicBezTo>
                  <a:pt x="4257855" y="6635368"/>
                  <a:pt x="2091483" y="5296936"/>
                  <a:pt x="920933" y="3303287"/>
                </a:cubicBezTo>
                <a:lnTo>
                  <a:pt x="902427" y="3270005"/>
                </a:lnTo>
                <a:lnTo>
                  <a:pt x="1132712" y="3295588"/>
                </a:lnTo>
                <a:cubicBezTo>
                  <a:pt x="1287744" y="3309356"/>
                  <a:pt x="1444713" y="3316388"/>
                  <a:pt x="1603324" y="3316388"/>
                </a:cubicBezTo>
                <a:cubicBezTo>
                  <a:pt x="3778566" y="3316388"/>
                  <a:pt x="5644912" y="1993852"/>
                  <a:pt x="6442133" y="109010"/>
                </a:cubicBezTo>
                <a:close/>
                <a:moveTo>
                  <a:pt x="0" y="0"/>
                </a:moveTo>
                <a:lnTo>
                  <a:pt x="4957456" y="0"/>
                </a:lnTo>
                <a:lnTo>
                  <a:pt x="4879315" y="133099"/>
                </a:lnTo>
                <a:cubicBezTo>
                  <a:pt x="4192866" y="1218139"/>
                  <a:pt x="2982233" y="1938613"/>
                  <a:pt x="1603324" y="1938613"/>
                </a:cubicBezTo>
                <a:cubicBezTo>
                  <a:pt x="1185473" y="1938613"/>
                  <a:pt x="783074" y="1872454"/>
                  <a:pt x="406031" y="1750039"/>
                </a:cubicBezTo>
                <a:lnTo>
                  <a:pt x="241020" y="1690781"/>
                </a:lnTo>
                <a:lnTo>
                  <a:pt x="199278" y="1539773"/>
                </a:lnTo>
                <a:cubicBezTo>
                  <a:pt x="94449" y="1121550"/>
                  <a:pt x="28700" y="687828"/>
                  <a:pt x="6137" y="2427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6166CA8-75A2-5C35-4ECF-1D7E22074DDA}"/>
              </a:ext>
            </a:extLst>
          </p:cNvPr>
          <p:cNvSpPr>
            <a:spLocks noGrp="1"/>
          </p:cNvSpPr>
          <p:nvPr/>
        </p:nvSpPr>
        <p:spPr>
          <a:xfrm>
            <a:off x="1393638" y="531159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OS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353845-4E8C-B72F-4FD1-EAE2FCAAFCD0}"/>
              </a:ext>
            </a:extLst>
          </p:cNvPr>
          <p:cNvSpPr>
            <a:spLocks noGrp="1"/>
          </p:cNvSpPr>
          <p:nvPr/>
        </p:nvSpPr>
        <p:spPr>
          <a:xfrm>
            <a:off x="2185136" y="1231424"/>
            <a:ext cx="8946541" cy="12976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Server -Microsoft windows OS</a:t>
            </a:r>
          </a:p>
          <a:p>
            <a:pPr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Server  - IGEL OS</a:t>
            </a:r>
          </a:p>
          <a:p>
            <a:endParaRPr lang="en-IN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154EC70-2795-0756-B30F-F938D6C3601E}"/>
              </a:ext>
            </a:extLst>
          </p:cNvPr>
          <p:cNvSpPr>
            <a:spLocks noGrp="1"/>
          </p:cNvSpPr>
          <p:nvPr/>
        </p:nvSpPr>
        <p:spPr>
          <a:xfrm>
            <a:off x="1392657" y="2094380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AC7ADCE-0BB4-6A1D-D720-BAC2CA7DB6B3}"/>
              </a:ext>
            </a:extLst>
          </p:cNvPr>
          <p:cNvSpPr>
            <a:spLocks noGrp="1"/>
          </p:cNvSpPr>
          <p:nvPr/>
        </p:nvSpPr>
        <p:spPr>
          <a:xfrm>
            <a:off x="2205289" y="3229330"/>
            <a:ext cx="6192934" cy="133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Clr>
                <a:srgbClr val="0A1216"/>
              </a:buCl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is backbone of IT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378714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PPT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1C579"/>
      </a:accent1>
      <a:accent2>
        <a:srgbClr val="0A1216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493</Words>
  <Application>Microsoft Office PowerPoint</Application>
  <PresentationFormat>Widescreen</PresentationFormat>
  <Paragraphs>120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Segoe UI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SlideEgg</dc:creator>
  <cp:lastModifiedBy>Selvakumari K</cp:lastModifiedBy>
  <cp:revision>11</cp:revision>
  <dcterms:created xsi:type="dcterms:W3CDTF">2026-01-06T03:31:16Z</dcterms:created>
  <dcterms:modified xsi:type="dcterms:W3CDTF">2026-02-11T07:02:21Z</dcterms:modified>
</cp:coreProperties>
</file>